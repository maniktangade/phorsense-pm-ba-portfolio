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4" r:id="rId4"/>
    <p:sldId id="267" r:id="rId5"/>
    <p:sldId id="259" r:id="rId6"/>
    <p:sldId id="261" r:id="rId7"/>
    <p:sldId id="266" r:id="rId8"/>
    <p:sldId id="263" r:id="rId9"/>
    <p:sldId id="268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6B"/>
    <a:srgbClr val="BE4018"/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02356-6311-4A49-A6D1-7EF36CED37DE}" v="78" dt="2026-08-31T16:47:39.161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k Tangade" userId="b3c16bea1f36b7e4" providerId="LiveId" clId="{5C340F09-6457-47D6-8AA4-217E31D9B2FD}"/>
    <pc:docChg chg="undo redo custSel modSld">
      <pc:chgData name="Manik Tangade" userId="b3c16bea1f36b7e4" providerId="LiveId" clId="{5C340F09-6457-47D6-8AA4-217E31D9B2FD}" dt="2026-09-01T04:15:01.145" v="1936" actId="20577"/>
      <pc:docMkLst>
        <pc:docMk/>
      </pc:docMkLst>
      <pc:sldChg chg="addSp delSp modSp mod">
        <pc:chgData name="Manik Tangade" userId="b3c16bea1f36b7e4" providerId="LiveId" clId="{5C340F09-6457-47D6-8AA4-217E31D9B2FD}" dt="2026-09-01T04:15:01.145" v="1936" actId="20577"/>
        <pc:sldMkLst>
          <pc:docMk/>
          <pc:sldMk cId="0" sldId="256"/>
        </pc:sldMkLst>
        <pc:spChg chg="add mod">
          <ac:chgData name="Manik Tangade" userId="b3c16bea1f36b7e4" providerId="LiveId" clId="{5C340F09-6457-47D6-8AA4-217E31D9B2FD}" dt="2026-08-31T15:59:43.954" v="1483" actId="20577"/>
          <ac:spMkLst>
            <pc:docMk/>
            <pc:sldMk cId="0" sldId="256"/>
            <ac:spMk id="4" creationId="{C63EBCB4-90AC-8807-2D52-85835C312A96}"/>
          </ac:spMkLst>
        </pc:spChg>
        <pc:spChg chg="mod">
          <ac:chgData name="Manik Tangade" userId="b3c16bea1f36b7e4" providerId="LiveId" clId="{5C340F09-6457-47D6-8AA4-217E31D9B2FD}" dt="2026-08-30T16:47:05.212" v="99"/>
          <ac:spMkLst>
            <pc:docMk/>
            <pc:sldMk cId="0" sldId="256"/>
            <ac:spMk id="5" creationId="{7D29AA7E-E402-82AE-467B-CBF9F6F0C8F0}"/>
          </ac:spMkLst>
        </pc:spChg>
        <pc:spChg chg="mod">
          <ac:chgData name="Manik Tangade" userId="b3c16bea1f36b7e4" providerId="LiveId" clId="{5C340F09-6457-47D6-8AA4-217E31D9B2FD}" dt="2026-09-01T04:15:01.145" v="1936" actId="20577"/>
          <ac:spMkLst>
            <pc:docMk/>
            <pc:sldMk cId="0" sldId="256"/>
            <ac:spMk id="10" creationId="{3255E911-0A79-3B0E-956D-5D32BEBEB914}"/>
          </ac:spMkLst>
        </pc:spChg>
      </pc:sldChg>
      <pc:sldChg chg="modSp mod">
        <pc:chgData name="Manik Tangade" userId="b3c16bea1f36b7e4" providerId="LiveId" clId="{5C340F09-6457-47D6-8AA4-217E31D9B2FD}" dt="2026-08-31T15:59:19.412" v="1481" actId="1035"/>
        <pc:sldMkLst>
          <pc:docMk/>
          <pc:sldMk cId="0" sldId="259"/>
        </pc:sldMkLst>
        <pc:graphicFrameChg chg="mod modGraphic">
          <ac:chgData name="Manik Tangade" userId="b3c16bea1f36b7e4" providerId="LiveId" clId="{5C340F09-6457-47D6-8AA4-217E31D9B2FD}" dt="2026-08-31T15:59:19.412" v="1481" actId="1035"/>
          <ac:graphicFrameMkLst>
            <pc:docMk/>
            <pc:sldMk cId="0" sldId="259"/>
            <ac:graphicFrameMk id="19" creationId="{CD8EBDB4-1D67-3A12-6F0E-BCAC3D49332D}"/>
          </ac:graphicFrameMkLst>
        </pc:graphicFrameChg>
      </pc:sldChg>
      <pc:sldChg chg="addSp modSp mod">
        <pc:chgData name="Manik Tangade" userId="b3c16bea1f36b7e4" providerId="LiveId" clId="{5C340F09-6457-47D6-8AA4-217E31D9B2FD}" dt="2026-08-31T16:40:06.054" v="1576" actId="14100"/>
        <pc:sldMkLst>
          <pc:docMk/>
          <pc:sldMk cId="0" sldId="261"/>
        </pc:sldMkLst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5" creationId="{4C403BCE-C794-6C24-2511-65016AEC1437}"/>
          </ac:spMkLst>
        </pc:spChg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6" creationId="{60ADF453-F6FB-CD26-6070-0A0EE55358AD}"/>
          </ac:spMkLst>
        </pc:spChg>
        <pc:spChg chg="mod">
          <ac:chgData name="Manik Tangade" userId="b3c16bea1f36b7e4" providerId="LiveId" clId="{5C340F09-6457-47D6-8AA4-217E31D9B2FD}" dt="2026-08-30T17:23:38.011" v="447"/>
          <ac:spMkLst>
            <pc:docMk/>
            <pc:sldMk cId="0" sldId="261"/>
            <ac:spMk id="7" creationId="{32350AF0-7EAE-650C-3DD2-F489251A28F6}"/>
          </ac:spMkLst>
        </pc:spChg>
        <pc:spChg chg="mod">
          <ac:chgData name="Manik Tangade" userId="b3c16bea1f36b7e4" providerId="LiveId" clId="{5C340F09-6457-47D6-8AA4-217E31D9B2FD}" dt="2026-08-30T17:15:07.531" v="127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nik Tangade" userId="b3c16bea1f36b7e4" providerId="LiveId" clId="{5C340F09-6457-47D6-8AA4-217E31D9B2FD}" dt="2026-08-30T17:24:50.949" v="486" actId="1037"/>
          <ac:spMkLst>
            <pc:docMk/>
            <pc:sldMk cId="0" sldId="261"/>
            <ac:spMk id="11" creationId="{5ECEE3AF-A5BF-1FCD-1E0D-9EF53D1C05ED}"/>
          </ac:spMkLst>
        </pc:spChg>
        <pc:spChg chg="mod">
          <ac:chgData name="Manik Tangade" userId="b3c16bea1f36b7e4" providerId="LiveId" clId="{5C340F09-6457-47D6-8AA4-217E31D9B2FD}" dt="2026-08-31T16:40:01.231" v="1575" actId="14100"/>
          <ac:spMkLst>
            <pc:docMk/>
            <pc:sldMk cId="0" sldId="261"/>
            <ac:spMk id="12" creationId="{E636E948-6A77-31EE-E5C7-56817EE6D2E6}"/>
          </ac:spMkLst>
        </pc:spChg>
        <pc:spChg chg="mod">
          <ac:chgData name="Manik Tangade" userId="b3c16bea1f36b7e4" providerId="LiveId" clId="{5C340F09-6457-47D6-8AA4-217E31D9B2FD}" dt="2026-08-30T17:25:43.302" v="505" actId="1035"/>
          <ac:spMkLst>
            <pc:docMk/>
            <pc:sldMk cId="0" sldId="261"/>
            <ac:spMk id="13" creationId="{46A35DB2-9C5D-8A92-D8AF-D15A3FE96FF2}"/>
          </ac:spMkLst>
        </pc:spChg>
        <pc:spChg chg="mod">
          <ac:chgData name="Manik Tangade" userId="b3c16bea1f36b7e4" providerId="LiveId" clId="{5C340F09-6457-47D6-8AA4-217E31D9B2FD}" dt="2026-08-30T17:25:48.058" v="513" actId="1035"/>
          <ac:spMkLst>
            <pc:docMk/>
            <pc:sldMk cId="0" sldId="261"/>
            <ac:spMk id="14" creationId="{DBE8C636-E0EC-250C-F66D-337C8CC81745}"/>
          </ac:spMkLst>
        </pc:spChg>
        <pc:spChg chg="mod">
          <ac:chgData name="Manik Tangade" userId="b3c16bea1f36b7e4" providerId="LiveId" clId="{5C340F09-6457-47D6-8AA4-217E31D9B2FD}" dt="2026-08-31T16:39:18.092" v="1570" actId="1036"/>
          <ac:spMkLst>
            <pc:docMk/>
            <pc:sldMk cId="0" sldId="261"/>
            <ac:spMk id="19" creationId="{3208D6DB-AFB3-53B6-1697-A0F9312DC90F}"/>
          </ac:spMkLst>
        </pc:spChg>
        <pc:spChg chg="mod">
          <ac:chgData name="Manik Tangade" userId="b3c16bea1f36b7e4" providerId="LiveId" clId="{5C340F09-6457-47D6-8AA4-217E31D9B2FD}" dt="2026-08-30T17:20:01.778" v="333" actId="1036"/>
          <ac:spMkLst>
            <pc:docMk/>
            <pc:sldMk cId="0" sldId="261"/>
            <ac:spMk id="23" creationId="{A47E69CC-D6D7-FA83-2AD1-449CF81D400F}"/>
          </ac:spMkLst>
        </pc:spChg>
        <pc:spChg chg="mod">
          <ac:chgData name="Manik Tangade" userId="b3c16bea1f36b7e4" providerId="LiveId" clId="{5C340F09-6457-47D6-8AA4-217E31D9B2FD}" dt="2026-08-30T17:19:55.109" v="324" actId="1035"/>
          <ac:spMkLst>
            <pc:docMk/>
            <pc:sldMk cId="0" sldId="261"/>
            <ac:spMk id="25" creationId="{17E4DABE-B234-9F4D-ED2B-5DEE533B3572}"/>
          </ac:spMkLst>
        </pc:spChg>
        <pc:spChg chg="mod">
          <ac:chgData name="Manik Tangade" userId="b3c16bea1f36b7e4" providerId="LiveId" clId="{5C340F09-6457-47D6-8AA4-217E31D9B2FD}" dt="2026-08-31T16:39:11.770" v="1568" actId="1036"/>
          <ac:spMkLst>
            <pc:docMk/>
            <pc:sldMk cId="0" sldId="261"/>
            <ac:spMk id="53" creationId="{B03FD13C-2354-F8D3-856E-BC9625FB694F}"/>
          </ac:spMkLst>
        </pc:spChg>
        <pc:spChg chg="mod">
          <ac:chgData name="Manik Tangade" userId="b3c16bea1f36b7e4" providerId="LiveId" clId="{5C340F09-6457-47D6-8AA4-217E31D9B2FD}" dt="2026-08-30T17:19:46.209" v="301" actId="1036"/>
          <ac:spMkLst>
            <pc:docMk/>
            <pc:sldMk cId="0" sldId="261"/>
            <ac:spMk id="54" creationId="{C182D9C8-2D3D-2374-C75E-51C0C56AD407}"/>
          </ac:spMkLst>
        </pc:spChg>
        <pc:spChg chg="mod">
          <ac:chgData name="Manik Tangade" userId="b3c16bea1f36b7e4" providerId="LiveId" clId="{5C340F09-6457-47D6-8AA4-217E31D9B2FD}" dt="2026-08-30T17:19:40.275" v="289" actId="1036"/>
          <ac:spMkLst>
            <pc:docMk/>
            <pc:sldMk cId="0" sldId="261"/>
            <ac:spMk id="55" creationId="{4C43F3BE-33B7-63D8-D3A6-17ABD9504529}"/>
          </ac:spMkLst>
        </pc:spChg>
        <pc:spChg chg="mod">
          <ac:chgData name="Manik Tangade" userId="b3c16bea1f36b7e4" providerId="LiveId" clId="{5C340F09-6457-47D6-8AA4-217E31D9B2FD}" dt="2026-08-30T17:21:04.845" v="341" actId="14100"/>
          <ac:spMkLst>
            <pc:docMk/>
            <pc:sldMk cId="0" sldId="261"/>
            <ac:spMk id="66" creationId="{FAD930C6-6E8A-43C9-768A-07163DB6BC5B}"/>
          </ac:spMkLst>
        </pc:spChg>
        <pc:spChg chg="mod">
          <ac:chgData name="Manik Tangade" userId="b3c16bea1f36b7e4" providerId="LiveId" clId="{5C340F09-6457-47D6-8AA4-217E31D9B2FD}" dt="2026-08-30T17:19:12.158" v="244" actId="1035"/>
          <ac:spMkLst>
            <pc:docMk/>
            <pc:sldMk cId="0" sldId="261"/>
            <ac:spMk id="67" creationId="{F363B8C5-E224-75AD-DF05-1A15AD671E21}"/>
          </ac:spMkLst>
        </pc:spChg>
        <pc:spChg chg="mod">
          <ac:chgData name="Manik Tangade" userId="b3c16bea1f36b7e4" providerId="LiveId" clId="{5C340F09-6457-47D6-8AA4-217E31D9B2FD}" dt="2026-08-30T17:27:32.359" v="526" actId="20577"/>
          <ac:spMkLst>
            <pc:docMk/>
            <pc:sldMk cId="0" sldId="261"/>
            <ac:spMk id="68" creationId="{D6ADB0F7-E30A-A372-5935-5534A4F8C014}"/>
          </ac:spMkLst>
        </pc:spChg>
        <pc:spChg chg="mod">
          <ac:chgData name="Manik Tangade" userId="b3c16bea1f36b7e4" providerId="LiveId" clId="{5C340F09-6457-47D6-8AA4-217E31D9B2FD}" dt="2026-08-31T16:39:47.976" v="1574" actId="14100"/>
          <ac:spMkLst>
            <pc:docMk/>
            <pc:sldMk cId="0" sldId="261"/>
            <ac:spMk id="69" creationId="{1E673860-7506-D626-793E-29166B9C85C9}"/>
          </ac:spMkLst>
        </pc:spChg>
        <pc:spChg chg="mod">
          <ac:chgData name="Manik Tangade" userId="b3c16bea1f36b7e4" providerId="LiveId" clId="{5C340F09-6457-47D6-8AA4-217E31D9B2FD}" dt="2026-08-30T17:26:45.157" v="522" actId="1035"/>
          <ac:spMkLst>
            <pc:docMk/>
            <pc:sldMk cId="0" sldId="261"/>
            <ac:spMk id="70" creationId="{D9830909-DB73-065D-118C-89A47CB7C25B}"/>
          </ac:spMkLst>
        </pc:spChg>
        <pc:spChg chg="mod">
          <ac:chgData name="Manik Tangade" userId="b3c16bea1f36b7e4" providerId="LiveId" clId="{5C340F09-6457-47D6-8AA4-217E31D9B2FD}" dt="2026-08-30T17:19:27.560" v="265" actId="1036"/>
          <ac:spMkLst>
            <pc:docMk/>
            <pc:sldMk cId="0" sldId="261"/>
            <ac:spMk id="71" creationId="{0266BD32-2A4B-28CE-3BD8-7F3435434896}"/>
          </ac:spMkLst>
        </pc:spChg>
        <pc:spChg chg="mod">
          <ac:chgData name="Manik Tangade" userId="b3c16bea1f36b7e4" providerId="LiveId" clId="{5C340F09-6457-47D6-8AA4-217E31D9B2FD}" dt="2026-08-30T17:22:48.989" v="380" actId="14100"/>
          <ac:spMkLst>
            <pc:docMk/>
            <pc:sldMk cId="0" sldId="261"/>
            <ac:spMk id="74" creationId="{AD260873-D284-5318-BC6D-EE21106582F3}"/>
          </ac:spMkLst>
        </pc:spChg>
        <pc:spChg chg="mod">
          <ac:chgData name="Manik Tangade" userId="b3c16bea1f36b7e4" providerId="LiveId" clId="{5C340F09-6457-47D6-8AA4-217E31D9B2FD}" dt="2026-08-30T17:23:07.944" v="393" actId="1035"/>
          <ac:spMkLst>
            <pc:docMk/>
            <pc:sldMk cId="0" sldId="261"/>
            <ac:spMk id="75" creationId="{590C15C8-2565-5AD0-4CAD-6ECB5F50CA7C}"/>
          </ac:spMkLst>
        </pc:spChg>
        <pc:spChg chg="mod">
          <ac:chgData name="Manik Tangade" userId="b3c16bea1f36b7e4" providerId="LiveId" clId="{5C340F09-6457-47D6-8AA4-217E31D9B2FD}" dt="2026-08-30T17:23:13.348" v="404" actId="1035"/>
          <ac:spMkLst>
            <pc:docMk/>
            <pc:sldMk cId="0" sldId="261"/>
            <ac:spMk id="76" creationId="{E21F8568-E2CF-BE62-345C-976258109A38}"/>
          </ac:spMkLst>
        </pc:spChg>
        <pc:spChg chg="mod">
          <ac:chgData name="Manik Tangade" userId="b3c16bea1f36b7e4" providerId="LiveId" clId="{5C340F09-6457-47D6-8AA4-217E31D9B2FD}" dt="2026-08-31T16:39:38.920" v="1572" actId="14100"/>
          <ac:spMkLst>
            <pc:docMk/>
            <pc:sldMk cId="0" sldId="261"/>
            <ac:spMk id="77" creationId="{477769BB-DA27-187B-CBAB-00671C7362DF}"/>
          </ac:spMkLst>
        </pc:spChg>
        <pc:spChg chg="mod">
          <ac:chgData name="Manik Tangade" userId="b3c16bea1f36b7e4" providerId="LiveId" clId="{5C340F09-6457-47D6-8AA4-217E31D9B2FD}" dt="2026-08-30T17:23:29.963" v="446" actId="1036"/>
          <ac:spMkLst>
            <pc:docMk/>
            <pc:sldMk cId="0" sldId="261"/>
            <ac:spMk id="78" creationId="{F535B59C-D312-944B-1893-C4640FB08ABD}"/>
          </ac:spMkLst>
        </pc:spChg>
        <pc:spChg chg="mod">
          <ac:chgData name="Manik Tangade" userId="b3c16bea1f36b7e4" providerId="LiveId" clId="{5C340F09-6457-47D6-8AA4-217E31D9B2FD}" dt="2026-08-30T17:23:21.576" v="424" actId="1036"/>
          <ac:spMkLst>
            <pc:docMk/>
            <pc:sldMk cId="0" sldId="261"/>
            <ac:spMk id="79" creationId="{10F79775-7F48-A038-FECE-10190C263CF5}"/>
          </ac:spMkLst>
        </pc:spChg>
        <pc:grpChg chg="add mod">
          <ac:chgData name="Manik Tangade" userId="b3c16bea1f36b7e4" providerId="LiveId" clId="{5C340F09-6457-47D6-8AA4-217E31D9B2FD}" dt="2026-08-31T16:40:06.054" v="1576" actId="14100"/>
          <ac:grpSpMkLst>
            <pc:docMk/>
            <pc:sldMk cId="0" sldId="261"/>
            <ac:grpSpMk id="4" creationId="{26BDEC03-F596-42E5-BD55-EF7BE5489B79}"/>
          </ac:grpSpMkLst>
        </pc:grpChg>
        <pc:grpChg chg="mod">
          <ac:chgData name="Manik Tangade" userId="b3c16bea1f36b7e4" providerId="LiveId" clId="{5C340F09-6457-47D6-8AA4-217E31D9B2FD}" dt="2026-08-30T17:22:17.332" v="358" actId="1037"/>
          <ac:grpSpMkLst>
            <pc:docMk/>
            <pc:sldMk cId="0" sldId="261"/>
            <ac:grpSpMk id="26" creationId="{37ECFD25-A75A-CD28-057D-519185E23B1C}"/>
          </ac:grpSpMkLst>
        </pc:grpChg>
        <pc:grpChg chg="mod">
          <ac:chgData name="Manik Tangade" userId="b3c16bea1f36b7e4" providerId="LiveId" clId="{5C340F09-6457-47D6-8AA4-217E31D9B2FD}" dt="2026-08-30T17:22:21.468" v="364" actId="1037"/>
          <ac:grpSpMkLst>
            <pc:docMk/>
            <pc:sldMk cId="0" sldId="261"/>
            <ac:grpSpMk id="48" creationId="{25F9816C-C940-95FB-E90A-0D0F757D6BFD}"/>
          </ac:grpSpMkLst>
        </pc:grpChg>
        <pc:grpChg chg="mod">
          <ac:chgData name="Manik Tangade" userId="b3c16bea1f36b7e4" providerId="LiveId" clId="{5C340F09-6457-47D6-8AA4-217E31D9B2FD}" dt="2026-08-30T17:22:25.153" v="369" actId="1037"/>
          <ac:grpSpMkLst>
            <pc:docMk/>
            <pc:sldMk cId="0" sldId="261"/>
            <ac:grpSpMk id="64" creationId="{EC4F70F4-3C3F-12AF-6DBF-0548DD0BD3FE}"/>
          </ac:grpSpMkLst>
        </pc:grpChg>
        <pc:grpChg chg="mod">
          <ac:chgData name="Manik Tangade" userId="b3c16bea1f36b7e4" providerId="LiveId" clId="{5C340F09-6457-47D6-8AA4-217E31D9B2FD}" dt="2026-08-30T17:26:54.793" v="523" actId="14100"/>
          <ac:grpSpMkLst>
            <pc:docMk/>
            <pc:sldMk cId="0" sldId="261"/>
            <ac:grpSpMk id="72" creationId="{F8B6115A-4600-A4FF-E3FC-B0F30516C677}"/>
          </ac:grpSpMkLst>
        </pc:grpChg>
      </pc:sldChg>
      <pc:sldChg chg="addSp delSp mod">
        <pc:chgData name="Manik Tangade" userId="b3c16bea1f36b7e4" providerId="LiveId" clId="{5C340F09-6457-47D6-8AA4-217E31D9B2FD}" dt="2026-08-31T16:00:42.001" v="1486" actId="478"/>
        <pc:sldMkLst>
          <pc:docMk/>
          <pc:sldMk cId="0" sldId="262"/>
        </pc:sldMkLst>
        <pc:spChg chg="add del">
          <ac:chgData name="Manik Tangade" userId="b3c16bea1f36b7e4" providerId="LiveId" clId="{5C340F09-6457-47D6-8AA4-217E31D9B2FD}" dt="2026-08-31T16:00:42.001" v="1486" actId="478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Manik Tangade" userId="b3c16bea1f36b7e4" providerId="LiveId" clId="{5C340F09-6457-47D6-8AA4-217E31D9B2FD}" dt="2026-09-01T03:55:10.653" v="1932" actId="20577"/>
        <pc:sldMkLst>
          <pc:docMk/>
          <pc:sldMk cId="0" sldId="264"/>
        </pc:sldMkLst>
        <pc:spChg chg="mod">
          <ac:chgData name="Manik Tangade" userId="b3c16bea1f36b7e4" providerId="LiveId" clId="{5C340F09-6457-47D6-8AA4-217E31D9B2FD}" dt="2026-08-31T16:37:01.267" v="1560" actId="2711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nik Tangade" userId="b3c16bea1f36b7e4" providerId="LiveId" clId="{5C340F09-6457-47D6-8AA4-217E31D9B2FD}" dt="2026-08-25T15:58:49.716" v="3" actId="20577"/>
          <ac:spMkLst>
            <pc:docMk/>
            <pc:sldMk cId="0" sldId="264"/>
            <ac:spMk id="36" creationId="{C1CFE8C4-9218-F271-2345-25425167F332}"/>
          </ac:spMkLst>
        </pc:spChg>
        <pc:spChg chg="mod">
          <ac:chgData name="Manik Tangade" userId="b3c16bea1f36b7e4" providerId="LiveId" clId="{5C340F09-6457-47D6-8AA4-217E31D9B2FD}" dt="2026-09-01T03:55:10.653" v="1932" actId="20577"/>
          <ac:spMkLst>
            <pc:docMk/>
            <pc:sldMk cId="0" sldId="264"/>
            <ac:spMk id="44" creationId="{AC8CCF3A-2E75-A4D3-508B-50E34DF25210}"/>
          </ac:spMkLst>
        </pc:spChg>
        <pc:grpChg chg="mod">
          <ac:chgData name="Manik Tangade" userId="b3c16bea1f36b7e4" providerId="LiveId" clId="{5C340F09-6457-47D6-8AA4-217E31D9B2FD}" dt="2026-08-30T17:08:40.435" v="105" actId="1076"/>
          <ac:grpSpMkLst>
            <pc:docMk/>
            <pc:sldMk cId="0" sldId="264"/>
            <ac:grpSpMk id="25" creationId="{BA7E00B8-39E6-F8DB-C4DC-C6C46FD7322F}"/>
          </ac:grpSpMkLst>
        </pc:grpChg>
        <pc:grpChg chg="mod">
          <ac:chgData name="Manik Tangade" userId="b3c16bea1f36b7e4" providerId="LiveId" clId="{5C340F09-6457-47D6-8AA4-217E31D9B2FD}" dt="2026-08-30T17:08:40.257" v="104" actId="1076"/>
          <ac:grpSpMkLst>
            <pc:docMk/>
            <pc:sldMk cId="0" sldId="264"/>
            <ac:grpSpMk id="30" creationId="{9449AE86-9EC1-80DC-7ACE-8CEF37F356E4}"/>
          </ac:grpSpMkLst>
        </pc:grpChg>
      </pc:sldChg>
      <pc:sldChg chg="modSp mod">
        <pc:chgData name="Manik Tangade" userId="b3c16bea1f36b7e4" providerId="LiveId" clId="{5C340F09-6457-47D6-8AA4-217E31D9B2FD}" dt="2026-09-01T04:13:18.472" v="1934" actId="20577"/>
        <pc:sldMkLst>
          <pc:docMk/>
          <pc:sldMk cId="0" sldId="266"/>
        </pc:sldMkLst>
        <pc:spChg chg="mod">
          <ac:chgData name="Manik Tangade" userId="b3c16bea1f36b7e4" providerId="LiveId" clId="{5C340F09-6457-47D6-8AA4-217E31D9B2FD}" dt="2026-09-01T04:13:18.472" v="1934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nik Tangade" userId="b3c16bea1f36b7e4" providerId="LiveId" clId="{5C340F09-6457-47D6-8AA4-217E31D9B2FD}" dt="2026-08-25T16:03:08.689" v="16" actId="1037"/>
          <ac:spMkLst>
            <pc:docMk/>
            <pc:sldMk cId="0" sldId="266"/>
            <ac:spMk id="21" creationId="{00000000-0000-0000-0000-000000000000}"/>
          </ac:spMkLst>
        </pc:spChg>
      </pc:sldChg>
      <pc:sldChg chg="addSp delSp modSp mod">
        <pc:chgData name="Manik Tangade" userId="b3c16bea1f36b7e4" providerId="LiveId" clId="{5C340F09-6457-47D6-8AA4-217E31D9B2FD}" dt="2026-08-31T16:47:58.287" v="1921" actId="1037"/>
        <pc:sldMkLst>
          <pc:docMk/>
          <pc:sldMk cId="4176887838" sldId="267"/>
        </pc:sldMkLst>
        <pc:spChg chg="add del mod">
          <ac:chgData name="Manik Tangade" userId="b3c16bea1f36b7e4" providerId="LiveId" clId="{5C340F09-6457-47D6-8AA4-217E31D9B2FD}" dt="2026-08-31T15:04:47.516" v="665" actId="164"/>
          <ac:spMkLst>
            <pc:docMk/>
            <pc:sldMk cId="4176887838" sldId="267"/>
            <ac:spMk id="4" creationId="{999135EF-3830-2AE5-7C23-566E22781CA6}"/>
          </ac:spMkLst>
        </pc:spChg>
        <pc:spChg chg="add del mod">
          <ac:chgData name="Manik Tangade" userId="b3c16bea1f36b7e4" providerId="LiveId" clId="{5C340F09-6457-47D6-8AA4-217E31D9B2FD}" dt="2026-08-31T16:01:10.887" v="1492" actId="22"/>
          <ac:spMkLst>
            <pc:docMk/>
            <pc:sldMk cId="4176887838" sldId="267"/>
            <ac:spMk id="5" creationId="{E2D96D90-CD40-32B6-1945-B0FDF9B76584}"/>
          </ac:spMkLst>
        </pc:spChg>
        <pc:spChg chg="add mod">
          <ac:chgData name="Manik Tangade" userId="b3c16bea1f36b7e4" providerId="LiveId" clId="{5C340F09-6457-47D6-8AA4-217E31D9B2FD}" dt="2026-08-31T16:43:22.092" v="1584" actId="207"/>
          <ac:spMkLst>
            <pc:docMk/>
            <pc:sldMk cId="4176887838" sldId="267"/>
            <ac:spMk id="6" creationId="{752CCE64-8861-05BF-678B-47C238570527}"/>
          </ac:spMkLst>
        </pc:spChg>
        <pc:spChg chg="add mod">
          <ac:chgData name="Manik Tangade" userId="b3c16bea1f36b7e4" providerId="LiveId" clId="{5C340F09-6457-47D6-8AA4-217E31D9B2FD}" dt="2026-08-31T16:37:51.236" v="1565" actId="2711"/>
          <ac:spMkLst>
            <pc:docMk/>
            <pc:sldMk cId="4176887838" sldId="267"/>
            <ac:spMk id="14" creationId="{07CEF7D6-A945-BFCC-2617-A37C53E5B671}"/>
          </ac:spMkLst>
        </pc:spChg>
        <pc:spChg chg="add del mod">
          <ac:chgData name="Manik Tangade" userId="b3c16bea1f36b7e4" providerId="LiveId" clId="{5C340F09-6457-47D6-8AA4-217E31D9B2FD}" dt="2026-08-31T15:04:37.560" v="664" actId="22"/>
          <ac:spMkLst>
            <pc:docMk/>
            <pc:sldMk cId="4176887838" sldId="267"/>
            <ac:spMk id="20" creationId="{D4A4DC12-4A4D-FC3C-D43F-7A7C9C706D06}"/>
          </ac:spMkLst>
        </pc:spChg>
        <pc:spChg chg="mod">
          <ac:chgData name="Manik Tangade" userId="b3c16bea1f36b7e4" providerId="LiveId" clId="{5C340F09-6457-47D6-8AA4-217E31D9B2FD}" dt="2026-08-31T15:04:51.513" v="666"/>
          <ac:spMkLst>
            <pc:docMk/>
            <pc:sldMk cId="4176887838" sldId="267"/>
            <ac:spMk id="25" creationId="{94742B15-D9E5-317C-E958-738AA738CE27}"/>
          </ac:spMkLst>
        </pc:spChg>
        <pc:spChg chg="mod">
          <ac:chgData name="Manik Tangade" userId="b3c16bea1f36b7e4" providerId="LiveId" clId="{5C340F09-6457-47D6-8AA4-217E31D9B2FD}" dt="2026-08-31T16:43:09.341" v="1583" actId="207"/>
          <ac:spMkLst>
            <pc:docMk/>
            <pc:sldMk cId="4176887838" sldId="267"/>
            <ac:spMk id="26" creationId="{64587272-610C-2723-6345-BFE167EA3225}"/>
          </ac:spMkLst>
        </pc:spChg>
        <pc:spChg chg="mod">
          <ac:chgData name="Manik Tangade" userId="b3c16bea1f36b7e4" providerId="LiveId" clId="{5C340F09-6457-47D6-8AA4-217E31D9B2FD}" dt="2026-08-31T16:37:51.885" v="1566" actId="2711"/>
          <ac:spMkLst>
            <pc:docMk/>
            <pc:sldMk cId="4176887838" sldId="267"/>
            <ac:spMk id="27" creationId="{E594816F-B6AA-4714-1AB4-574E361F58E0}"/>
          </ac:spMkLst>
        </pc:spChg>
        <pc:spChg chg="mod">
          <ac:chgData name="Manik Tangade" userId="b3c16bea1f36b7e4" providerId="LiveId" clId="{5C340F09-6457-47D6-8AA4-217E31D9B2FD}" dt="2026-08-31T15:05:06.231" v="669"/>
          <ac:spMkLst>
            <pc:docMk/>
            <pc:sldMk cId="4176887838" sldId="267"/>
            <ac:spMk id="29" creationId="{143BCBDE-2094-AC1D-DDD4-89CD22CCEDD1}"/>
          </ac:spMkLst>
        </pc:spChg>
        <pc:spChg chg="mod">
          <ac:chgData name="Manik Tangade" userId="b3c16bea1f36b7e4" providerId="LiveId" clId="{5C340F09-6457-47D6-8AA4-217E31D9B2FD}" dt="2026-08-31T16:43:39.429" v="1586" actId="207"/>
          <ac:spMkLst>
            <pc:docMk/>
            <pc:sldMk cId="4176887838" sldId="267"/>
            <ac:spMk id="30" creationId="{C2CDF9B3-9EDC-6172-8787-F465630364F6}"/>
          </ac:spMkLst>
        </pc:spChg>
        <pc:spChg chg="mod">
          <ac:chgData name="Manik Tangade" userId="b3c16bea1f36b7e4" providerId="LiveId" clId="{5C340F09-6457-47D6-8AA4-217E31D9B2FD}" dt="2026-08-31T16:41:41.202" v="1579" actId="1035"/>
          <ac:spMkLst>
            <pc:docMk/>
            <pc:sldMk cId="4176887838" sldId="267"/>
            <ac:spMk id="31" creationId="{A5469764-F809-5A17-B138-E389CB1B4401}"/>
          </ac:spMkLst>
        </pc:spChg>
        <pc:spChg chg="mod">
          <ac:chgData name="Manik Tangade" userId="b3c16bea1f36b7e4" providerId="LiveId" clId="{5C340F09-6457-47D6-8AA4-217E31D9B2FD}" dt="2026-08-31T15:20:58.358" v="1052"/>
          <ac:spMkLst>
            <pc:docMk/>
            <pc:sldMk cId="4176887838" sldId="267"/>
            <ac:spMk id="33" creationId="{07E5ABED-1EC2-8F1B-1FE7-54D6227797F7}"/>
          </ac:spMkLst>
        </pc:spChg>
        <pc:spChg chg="mod">
          <ac:chgData name="Manik Tangade" userId="b3c16bea1f36b7e4" providerId="LiveId" clId="{5C340F09-6457-47D6-8AA4-217E31D9B2FD}" dt="2026-08-31T16:43:29.363" v="1585" actId="207"/>
          <ac:spMkLst>
            <pc:docMk/>
            <pc:sldMk cId="4176887838" sldId="267"/>
            <ac:spMk id="34" creationId="{50C71D50-7FB5-756F-EA5F-DE3AC42BB23A}"/>
          </ac:spMkLst>
        </pc:spChg>
        <pc:spChg chg="mod">
          <ac:chgData name="Manik Tangade" userId="b3c16bea1f36b7e4" providerId="LiveId" clId="{5C340F09-6457-47D6-8AA4-217E31D9B2FD}" dt="2026-08-31T16:37:50.204" v="1564" actId="2711"/>
          <ac:spMkLst>
            <pc:docMk/>
            <pc:sldMk cId="4176887838" sldId="267"/>
            <ac:spMk id="35" creationId="{CA9FF0DD-EBA5-A5AB-E541-1EDD7AB9C382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37" creationId="{BCE67CFB-ED88-5CF7-5540-2A654E6870A9}"/>
          </ac:spMkLst>
        </pc:spChg>
        <pc:spChg chg="mod">
          <ac:chgData name="Manik Tangade" userId="b3c16bea1f36b7e4" providerId="LiveId" clId="{5C340F09-6457-47D6-8AA4-217E31D9B2FD}" dt="2026-08-31T16:43:59.053" v="1588" actId="207"/>
          <ac:spMkLst>
            <pc:docMk/>
            <pc:sldMk cId="4176887838" sldId="267"/>
            <ac:spMk id="38" creationId="{0C6440AD-A606-48AC-4E80-B9A5FE8BF5B5}"/>
          </ac:spMkLst>
        </pc:spChg>
        <pc:spChg chg="mod">
          <ac:chgData name="Manik Tangade" userId="b3c16bea1f36b7e4" providerId="LiveId" clId="{5C340F09-6457-47D6-8AA4-217E31D9B2FD}" dt="2026-08-31T15:17:33.074" v="1009" actId="404"/>
          <ac:spMkLst>
            <pc:docMk/>
            <pc:sldMk cId="4176887838" sldId="267"/>
            <ac:spMk id="39" creationId="{C7F3C157-1D22-EAF3-633D-07A4EDD15E46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1" creationId="{D201DEB8-057F-2208-4D92-7F84E48A6A84}"/>
          </ac:spMkLst>
        </pc:spChg>
        <pc:spChg chg="mod">
          <ac:chgData name="Manik Tangade" userId="b3c16bea1f36b7e4" providerId="LiveId" clId="{5C340F09-6457-47D6-8AA4-217E31D9B2FD}" dt="2026-08-31T16:43:52.068" v="1587" actId="207"/>
          <ac:spMkLst>
            <pc:docMk/>
            <pc:sldMk cId="4176887838" sldId="267"/>
            <ac:spMk id="42" creationId="{B18A6084-1C44-13FA-1495-AE256F351695}"/>
          </ac:spMkLst>
        </pc:spChg>
        <pc:spChg chg="mod">
          <ac:chgData name="Manik Tangade" userId="b3c16bea1f36b7e4" providerId="LiveId" clId="{5C340F09-6457-47D6-8AA4-217E31D9B2FD}" dt="2026-08-31T16:41:49.071" v="1582" actId="1035"/>
          <ac:spMkLst>
            <pc:docMk/>
            <pc:sldMk cId="4176887838" sldId="267"/>
            <ac:spMk id="43" creationId="{F50076D2-4A8B-731C-4264-D431ECCDB596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5" creationId="{27B039E0-4AA4-152D-3D4E-0F0DFECA7E40}"/>
          </ac:spMkLst>
        </pc:spChg>
        <pc:spChg chg="mod">
          <ac:chgData name="Manik Tangade" userId="b3c16bea1f36b7e4" providerId="LiveId" clId="{5C340F09-6457-47D6-8AA4-217E31D9B2FD}" dt="2026-08-31T16:44:20.119" v="1590" actId="207"/>
          <ac:spMkLst>
            <pc:docMk/>
            <pc:sldMk cId="4176887838" sldId="267"/>
            <ac:spMk id="46" creationId="{51D3A8F3-172B-99E5-02DB-BDD688E4F7E8}"/>
          </ac:spMkLst>
        </pc:spChg>
        <pc:spChg chg="mod">
          <ac:chgData name="Manik Tangade" userId="b3c16bea1f36b7e4" providerId="LiveId" clId="{5C340F09-6457-47D6-8AA4-217E31D9B2FD}" dt="2026-08-31T15:20:22.208" v="1038" actId="404"/>
          <ac:spMkLst>
            <pc:docMk/>
            <pc:sldMk cId="4176887838" sldId="267"/>
            <ac:spMk id="47" creationId="{403E7821-A36F-16EC-CE2A-060E8BB746AA}"/>
          </ac:spMkLst>
        </pc:spChg>
        <pc:spChg chg="mod">
          <ac:chgData name="Manik Tangade" userId="b3c16bea1f36b7e4" providerId="LiveId" clId="{5C340F09-6457-47D6-8AA4-217E31D9B2FD}" dt="2026-08-31T15:05:54.951" v="674"/>
          <ac:spMkLst>
            <pc:docMk/>
            <pc:sldMk cId="4176887838" sldId="267"/>
            <ac:spMk id="49" creationId="{A011B093-7C68-8CDF-1171-55AA79DF2B52}"/>
          </ac:spMkLst>
        </pc:spChg>
        <pc:spChg chg="mod">
          <ac:chgData name="Manik Tangade" userId="b3c16bea1f36b7e4" providerId="LiveId" clId="{5C340F09-6457-47D6-8AA4-217E31D9B2FD}" dt="2026-08-31T16:44:05.615" v="1589" actId="207"/>
          <ac:spMkLst>
            <pc:docMk/>
            <pc:sldMk cId="4176887838" sldId="267"/>
            <ac:spMk id="50" creationId="{5BE81EF3-18D0-B3A3-C650-F2BA6A5B64B3}"/>
          </ac:spMkLst>
        </pc:spChg>
        <pc:spChg chg="mod">
          <ac:chgData name="Manik Tangade" userId="b3c16bea1f36b7e4" providerId="LiveId" clId="{5C340F09-6457-47D6-8AA4-217E31D9B2FD}" dt="2026-08-31T15:21:49.734" v="1122" actId="12"/>
          <ac:spMkLst>
            <pc:docMk/>
            <pc:sldMk cId="4176887838" sldId="267"/>
            <ac:spMk id="51" creationId="{D3B4430C-196C-CFA4-37F8-52BF4E71D43B}"/>
          </ac:spMkLst>
        </pc:spChg>
        <pc:grpChg chg="add del">
          <ac:chgData name="Manik Tangade" userId="b3c16bea1f36b7e4" providerId="LiveId" clId="{5C340F09-6457-47D6-8AA4-217E31D9B2FD}" dt="2026-08-31T15:00:06.324" v="558" actId="478"/>
          <ac:grpSpMkLst>
            <pc:docMk/>
            <pc:sldMk cId="4176887838" sldId="267"/>
            <ac:grpSpMk id="22" creationId="{9434674F-6613-0F24-08DF-9F4E751D8978}"/>
          </ac:grpSpMkLst>
        </pc:grpChg>
        <pc:grpChg chg="add mod">
          <ac:chgData name="Manik Tangade" userId="b3c16bea1f36b7e4" providerId="LiveId" clId="{5C340F09-6457-47D6-8AA4-217E31D9B2FD}" dt="2026-08-31T15:05:17.260" v="671" actId="1076"/>
          <ac:grpSpMkLst>
            <pc:docMk/>
            <pc:sldMk cId="4176887838" sldId="267"/>
            <ac:grpSpMk id="23" creationId="{5100117A-914B-0266-A5EF-B17AA1C64A6A}"/>
          </ac:grpSpMkLst>
        </pc:grpChg>
        <pc:grpChg chg="add mod">
          <ac:chgData name="Manik Tangade" userId="b3c16bea1f36b7e4" providerId="LiveId" clId="{5C340F09-6457-47D6-8AA4-217E31D9B2FD}" dt="2026-08-31T15:04:51.513" v="666"/>
          <ac:grpSpMkLst>
            <pc:docMk/>
            <pc:sldMk cId="4176887838" sldId="267"/>
            <ac:grpSpMk id="24" creationId="{79EC3326-C425-B7E3-8BFE-2DBC18F52B88}"/>
          </ac:grpSpMkLst>
        </pc:grpChg>
        <pc:grpChg chg="add mod">
          <ac:chgData name="Manik Tangade" userId="b3c16bea1f36b7e4" providerId="LiveId" clId="{5C340F09-6457-47D6-8AA4-217E31D9B2FD}" dt="2026-08-31T15:10:36.325" v="899" actId="14100"/>
          <ac:grpSpMkLst>
            <pc:docMk/>
            <pc:sldMk cId="4176887838" sldId="267"/>
            <ac:grpSpMk id="28" creationId="{E14CEA6A-0DE7-3501-FC4D-1171BF1BD427}"/>
          </ac:grpSpMkLst>
        </pc:grpChg>
        <pc:grpChg chg="add mod">
          <ac:chgData name="Manik Tangade" userId="b3c16bea1f36b7e4" providerId="LiveId" clId="{5C340F09-6457-47D6-8AA4-217E31D9B2FD}" dt="2026-08-31T15:20:58.358" v="1052"/>
          <ac:grpSpMkLst>
            <pc:docMk/>
            <pc:sldMk cId="4176887838" sldId="267"/>
            <ac:grpSpMk id="32" creationId="{D477F6F3-0990-1D96-F437-11D2CE8D0054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36" creationId="{A2F897A5-E58D-7F44-1C98-93C42476F958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0" creationId="{098C7D25-C624-7088-27A7-1D381695E6AF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4" creationId="{FAC287B3-E701-E0B0-B460-17E8DFE0088D}"/>
          </ac:grpSpMkLst>
        </pc:grpChg>
        <pc:grpChg chg="mod">
          <ac:chgData name="Manik Tangade" userId="b3c16bea1f36b7e4" providerId="LiveId" clId="{5C340F09-6457-47D6-8AA4-217E31D9B2FD}" dt="2026-08-31T15:06:09.380" v="693" actId="1035"/>
          <ac:grpSpMkLst>
            <pc:docMk/>
            <pc:sldMk cId="4176887838" sldId="267"/>
            <ac:grpSpMk id="48" creationId="{C586F2CE-E2D3-8004-D2C9-72289E6DB26E}"/>
          </ac:grpSpMkLst>
        </pc:grpChg>
        <pc:grpChg chg="add del mod">
          <ac:chgData name="Manik Tangade" userId="b3c16bea1f36b7e4" providerId="LiveId" clId="{5C340F09-6457-47D6-8AA4-217E31D9B2FD}" dt="2026-08-31T16:34:13.286" v="1550" actId="478"/>
          <ac:grpSpMkLst>
            <pc:docMk/>
            <pc:sldMk cId="4176887838" sldId="267"/>
            <ac:grpSpMk id="58" creationId="{85270C0B-0172-9004-583C-B782623761A9}"/>
          </ac:grpSpMkLst>
        </pc:grpChg>
        <pc:graphicFrameChg chg="add">
          <ac:chgData name="Manik Tangade" userId="b3c16bea1f36b7e4" providerId="LiveId" clId="{5C340F09-6457-47D6-8AA4-217E31D9B2FD}" dt="2026-08-31T16:00:30.379" v="1484"/>
          <ac:graphicFrameMkLst>
            <pc:docMk/>
            <pc:sldMk cId="4176887838" sldId="267"/>
            <ac:graphicFrameMk id="2" creationId="{C9E9A913-C64F-94FE-1AD9-F3AEA7B3CA6D}"/>
          </ac:graphicFrameMkLst>
        </pc:graphicFrameChg>
        <pc:graphicFrameChg chg="add mod">
          <ac:chgData name="Manik Tangade" userId="b3c16bea1f36b7e4" providerId="LiveId" clId="{5C340F09-6457-47D6-8AA4-217E31D9B2FD}" dt="2026-08-31T15:02:53.437" v="619"/>
          <ac:graphicFrameMkLst>
            <pc:docMk/>
            <pc:sldMk cId="4176887838" sldId="267"/>
            <ac:graphicFrameMk id="16" creationId="{8635974B-DBAC-CA9E-033D-1831972AD648}"/>
          </ac:graphicFrameMkLst>
        </pc:graphicFrameChg>
        <pc:graphicFrameChg chg="add mod">
          <ac:chgData name="Manik Tangade" userId="b3c16bea1f36b7e4" providerId="LiveId" clId="{5C340F09-6457-47D6-8AA4-217E31D9B2FD}" dt="2026-08-31T15:06:31.266" v="694"/>
          <ac:graphicFrameMkLst>
            <pc:docMk/>
            <pc:sldMk cId="4176887838" sldId="267"/>
            <ac:graphicFrameMk id="52" creationId="{8E6D812A-B1C6-2B9D-7873-CC9675562F21}"/>
          </ac:graphicFrameMkLst>
        </pc:graphicFrameChg>
        <pc:graphicFrameChg chg="add mod">
          <ac:chgData name="Manik Tangade" userId="b3c16bea1f36b7e4" providerId="LiveId" clId="{5C340F09-6457-47D6-8AA4-217E31D9B2FD}" dt="2026-08-31T15:07:11.586" v="727"/>
          <ac:graphicFrameMkLst>
            <pc:docMk/>
            <pc:sldMk cId="4176887838" sldId="267"/>
            <ac:graphicFrameMk id="53" creationId="{4263E5D3-9547-82C0-2DED-21BB010F4D0B}"/>
          </ac:graphicFrameMkLst>
        </pc:graphicFrameChg>
        <pc:graphicFrameChg chg="add mod">
          <ac:chgData name="Manik Tangade" userId="b3c16bea1f36b7e4" providerId="LiveId" clId="{5C340F09-6457-47D6-8AA4-217E31D9B2FD}" dt="2026-08-31T15:08:47.018" v="811"/>
          <ac:graphicFrameMkLst>
            <pc:docMk/>
            <pc:sldMk cId="4176887838" sldId="267"/>
            <ac:graphicFrameMk id="54" creationId="{A794BD65-17C1-778C-7DDC-EEE3D3D12A3D}"/>
          </ac:graphicFrameMkLst>
        </pc:graphicFrameChg>
        <pc:graphicFrameChg chg="add mod">
          <ac:chgData name="Manik Tangade" userId="b3c16bea1f36b7e4" providerId="LiveId" clId="{5C340F09-6457-47D6-8AA4-217E31D9B2FD}" dt="2026-08-31T15:11:02.440" v="900"/>
          <ac:graphicFrameMkLst>
            <pc:docMk/>
            <pc:sldMk cId="4176887838" sldId="267"/>
            <ac:graphicFrameMk id="55" creationId="{7FF23F18-0C91-5870-F3FB-CB3F89894EAE}"/>
          </ac:graphicFrameMkLst>
        </pc:graphicFrameChg>
        <pc:graphicFrameChg chg="add mod">
          <ac:chgData name="Manik Tangade" userId="b3c16bea1f36b7e4" providerId="LiveId" clId="{5C340F09-6457-47D6-8AA4-217E31D9B2FD}" dt="2026-08-31T15:16:59.245" v="940"/>
          <ac:graphicFrameMkLst>
            <pc:docMk/>
            <pc:sldMk cId="4176887838" sldId="267"/>
            <ac:graphicFrameMk id="56" creationId="{E8249E7E-7A8A-1DCC-3224-6081373A2D18}"/>
          </ac:graphicFrameMkLst>
        </pc:graphicFrameChg>
        <pc:graphicFrameChg chg="add mod">
          <ac:chgData name="Manik Tangade" userId="b3c16bea1f36b7e4" providerId="LiveId" clId="{5C340F09-6457-47D6-8AA4-217E31D9B2FD}" dt="2026-08-31T15:17:56.794" v="1010"/>
          <ac:graphicFrameMkLst>
            <pc:docMk/>
            <pc:sldMk cId="4176887838" sldId="267"/>
            <ac:graphicFrameMk id="57" creationId="{0E84D4B9-0680-109C-E400-298C9CA13163}"/>
          </ac:graphicFrameMkLst>
        </pc:graphicFrameChg>
        <pc:graphicFrameChg chg="add mod">
          <ac:chgData name="Manik Tangade" userId="b3c16bea1f36b7e4" providerId="LiveId" clId="{5C340F09-6457-47D6-8AA4-217E31D9B2FD}" dt="2026-08-31T15:19:59.393" v="1014"/>
          <ac:graphicFrameMkLst>
            <pc:docMk/>
            <pc:sldMk cId="4176887838" sldId="267"/>
            <ac:graphicFrameMk id="58" creationId="{9D28ACBD-BCE2-3728-4207-58195B4245CE}"/>
          </ac:graphicFrameMkLst>
        </pc:graphicFrameChg>
        <pc:graphicFrameChg chg="add mod">
          <ac:chgData name="Manik Tangade" userId="b3c16bea1f36b7e4" providerId="LiveId" clId="{5C340F09-6457-47D6-8AA4-217E31D9B2FD}" dt="2026-08-31T15:21:21.841" v="1056"/>
          <ac:graphicFrameMkLst>
            <pc:docMk/>
            <pc:sldMk cId="4176887838" sldId="267"/>
            <ac:graphicFrameMk id="59" creationId="{47C73A2F-0A5E-9E58-99FF-42C886569E59}"/>
          </ac:graphicFrameMkLst>
        </pc:graphicFrameChg>
        <pc:graphicFrameChg chg="add mod">
          <ac:chgData name="Manik Tangade" userId="b3c16bea1f36b7e4" providerId="LiveId" clId="{5C340F09-6457-47D6-8AA4-217E31D9B2FD}" dt="2026-08-31T15:41:37.189" v="1175"/>
          <ac:graphicFrameMkLst>
            <pc:docMk/>
            <pc:sldMk cId="4176887838" sldId="267"/>
            <ac:graphicFrameMk id="60" creationId="{C8E3C861-2051-58EB-963D-8A31476C876E}"/>
          </ac:graphicFrameMkLst>
        </pc:graphicFrameChg>
        <pc:graphicFrameChg chg="add mod">
          <ac:chgData name="Manik Tangade" userId="b3c16bea1f36b7e4" providerId="LiveId" clId="{5C340F09-6457-47D6-8AA4-217E31D9B2FD}" dt="2026-08-31T15:42:14.616" v="1199"/>
          <ac:graphicFrameMkLst>
            <pc:docMk/>
            <pc:sldMk cId="4176887838" sldId="267"/>
            <ac:graphicFrameMk id="61" creationId="{7AB81F3D-03A3-2E15-DE57-D77639D094C9}"/>
          </ac:graphicFrameMkLst>
        </pc:graphicFrameChg>
        <pc:graphicFrameChg chg="add mod">
          <ac:chgData name="Manik Tangade" userId="b3c16bea1f36b7e4" providerId="LiveId" clId="{5C340F09-6457-47D6-8AA4-217E31D9B2FD}" dt="2026-08-31T15:43:21.289" v="1275"/>
          <ac:graphicFrameMkLst>
            <pc:docMk/>
            <pc:sldMk cId="4176887838" sldId="267"/>
            <ac:graphicFrameMk id="62" creationId="{79CD3348-3F4E-B16B-C672-234B977BB09D}"/>
          </ac:graphicFrameMkLst>
        </pc:graphicFrameChg>
        <pc:graphicFrameChg chg="add mod">
          <ac:chgData name="Manik Tangade" userId="b3c16bea1f36b7e4" providerId="LiveId" clId="{5C340F09-6457-47D6-8AA4-217E31D9B2FD}" dt="2026-08-31T15:46:07.246" v="1372"/>
          <ac:graphicFrameMkLst>
            <pc:docMk/>
            <pc:sldMk cId="4176887838" sldId="267"/>
            <ac:graphicFrameMk id="63" creationId="{38D141A1-F05D-BAAD-6B84-640DB640A99E}"/>
          </ac:graphicFrameMkLst>
        </pc:graphicFrameChg>
        <pc:graphicFrameChg chg="add mod">
          <ac:chgData name="Manik Tangade" userId="b3c16bea1f36b7e4" providerId="LiveId" clId="{5C340F09-6457-47D6-8AA4-217E31D9B2FD}" dt="2026-08-31T15:46:56.161" v="1381"/>
          <ac:graphicFrameMkLst>
            <pc:docMk/>
            <pc:sldMk cId="4176887838" sldId="267"/>
            <ac:graphicFrameMk id="64" creationId="{23F55B82-34EF-287A-BE9A-E24CFECD430A}"/>
          </ac:graphicFrameMkLst>
        </pc:graphicFrameChg>
        <pc:graphicFrameChg chg="add mod">
          <ac:chgData name="Manik Tangade" userId="b3c16bea1f36b7e4" providerId="LiveId" clId="{5C340F09-6457-47D6-8AA4-217E31D9B2FD}" dt="2026-08-31T15:47:31.306" v="1399"/>
          <ac:graphicFrameMkLst>
            <pc:docMk/>
            <pc:sldMk cId="4176887838" sldId="267"/>
            <ac:graphicFrameMk id="65" creationId="{3C98C012-0410-DF66-E7A3-AE757930450F}"/>
          </ac:graphicFrameMkLst>
        </pc:graphicFrameChg>
        <pc:cxnChg chg="add del mod">
          <ac:chgData name="Manik Tangade" userId="b3c16bea1f36b7e4" providerId="LiveId" clId="{5C340F09-6457-47D6-8AA4-217E31D9B2FD}" dt="2026-08-31T16:46:49.636" v="1674" actId="478"/>
          <ac:cxnSpMkLst>
            <pc:docMk/>
            <pc:sldMk cId="4176887838" sldId="267"/>
            <ac:cxnSpMk id="8" creationId="{5BD0CD04-5589-C9EF-1F29-A82F12DAFD84}"/>
          </ac:cxnSpMkLst>
        </pc:cxnChg>
        <pc:cxnChg chg="add del mod">
          <ac:chgData name="Manik Tangade" userId="b3c16bea1f36b7e4" providerId="LiveId" clId="{5C340F09-6457-47D6-8AA4-217E31D9B2FD}" dt="2026-08-31T16:47:49.533" v="1902" actId="478"/>
          <ac:cxnSpMkLst>
            <pc:docMk/>
            <pc:sldMk cId="4176887838" sldId="267"/>
            <ac:cxnSpMk id="15" creationId="{296BFBEB-093E-FD44-CBB8-F45D0F868ABE}"/>
          </ac:cxnSpMkLst>
        </pc:cxnChg>
        <pc:cxnChg chg="add mod">
          <ac:chgData name="Manik Tangade" userId="b3c16bea1f36b7e4" providerId="LiveId" clId="{5C340F09-6457-47D6-8AA4-217E31D9B2FD}" dt="2026-08-31T16:44:38.483" v="1591" actId="14100"/>
          <ac:cxnSpMkLst>
            <pc:docMk/>
            <pc:sldMk cId="4176887838" sldId="267"/>
            <ac:cxnSpMk id="16" creationId="{6595A597-B4A3-5421-79BD-2C143F7BCE8B}"/>
          </ac:cxnSpMkLst>
        </pc:cxnChg>
        <pc:cxnChg chg="add mod">
          <ac:chgData name="Manik Tangade" userId="b3c16bea1f36b7e4" providerId="LiveId" clId="{5C340F09-6457-47D6-8AA4-217E31D9B2FD}" dt="2026-08-31T16:03:35.626" v="1529" actId="1076"/>
          <ac:cxnSpMkLst>
            <pc:docMk/>
            <pc:sldMk cId="4176887838" sldId="267"/>
            <ac:cxnSpMk id="17" creationId="{06CADFF9-949D-23E1-067E-13D690C982D2}"/>
          </ac:cxnSpMkLst>
        </pc:cxnChg>
        <pc:cxnChg chg="add mod">
          <ac:chgData name="Manik Tangade" userId="b3c16bea1f36b7e4" providerId="LiveId" clId="{5C340F09-6457-47D6-8AA4-217E31D9B2FD}" dt="2026-08-31T16:45:10.229" v="1595" actId="14100"/>
          <ac:cxnSpMkLst>
            <pc:docMk/>
            <pc:sldMk cId="4176887838" sldId="267"/>
            <ac:cxnSpMk id="18" creationId="{72230ECB-85F9-3E49-9954-6F655F29F5B3}"/>
          </ac:cxnSpMkLst>
        </pc:cxnChg>
        <pc:cxnChg chg="add del mod">
          <ac:chgData name="Manik Tangade" userId="b3c16bea1f36b7e4" providerId="LiveId" clId="{5C340F09-6457-47D6-8AA4-217E31D9B2FD}" dt="2026-08-31T16:46:25.333" v="1652" actId="478"/>
          <ac:cxnSpMkLst>
            <pc:docMk/>
            <pc:sldMk cId="4176887838" sldId="267"/>
            <ac:cxnSpMk id="19" creationId="{8511A0E3-5555-4DB1-BFD9-84630EABB0EF}"/>
          </ac:cxnSpMkLst>
        </pc:cxnChg>
        <pc:cxnChg chg="add mod topLvl">
          <ac:chgData name="Manik Tangade" userId="b3c16bea1f36b7e4" providerId="LiveId" clId="{5C340F09-6457-47D6-8AA4-217E31D9B2FD}" dt="2026-08-31T16:35:35.950" v="1558" actId="14100"/>
          <ac:cxnSpMkLst>
            <pc:docMk/>
            <pc:sldMk cId="4176887838" sldId="267"/>
            <ac:cxnSpMk id="21" creationId="{DF8486EE-BD59-3F7A-D918-6B5716D6503D}"/>
          </ac:cxnSpMkLst>
        </pc:cxnChg>
        <pc:cxnChg chg="add del">
          <ac:chgData name="Manik Tangade" userId="b3c16bea1f36b7e4" providerId="LiveId" clId="{5C340F09-6457-47D6-8AA4-217E31D9B2FD}" dt="2026-08-31T16:04:51.137" v="1536" actId="11529"/>
          <ac:cxnSpMkLst>
            <pc:docMk/>
            <pc:sldMk cId="4176887838" sldId="267"/>
            <ac:cxnSpMk id="55" creationId="{9D652411-8AB6-301D-0E6F-231793D37F20}"/>
          </ac:cxnSpMkLst>
        </pc:cxnChg>
        <pc:cxnChg chg="add del mod topLvl">
          <ac:chgData name="Manik Tangade" userId="b3c16bea1f36b7e4" providerId="LiveId" clId="{5C340F09-6457-47D6-8AA4-217E31D9B2FD}" dt="2026-08-31T16:34:13.286" v="1550" actId="478"/>
          <ac:cxnSpMkLst>
            <pc:docMk/>
            <pc:sldMk cId="4176887838" sldId="267"/>
            <ac:cxnSpMk id="57" creationId="{15FBAA20-FF08-AEF0-8A1A-805425670F5D}"/>
          </ac:cxnSpMkLst>
        </pc:cxnChg>
        <pc:cxnChg chg="add mod">
          <ac:chgData name="Manik Tangade" userId="b3c16bea1f36b7e4" providerId="LiveId" clId="{5C340F09-6457-47D6-8AA4-217E31D9B2FD}" dt="2026-08-31T16:35:19.315" v="1556" actId="14100"/>
          <ac:cxnSpMkLst>
            <pc:docMk/>
            <pc:sldMk cId="4176887838" sldId="267"/>
            <ac:cxnSpMk id="67" creationId="{5DF731E3-C7C9-D253-6DB5-0273F5D0F8FA}"/>
          </ac:cxnSpMkLst>
        </pc:cxnChg>
        <pc:cxnChg chg="add mod">
          <ac:chgData name="Manik Tangade" userId="b3c16bea1f36b7e4" providerId="LiveId" clId="{5C340F09-6457-47D6-8AA4-217E31D9B2FD}" dt="2026-08-31T16:46:34.582" v="1672" actId="1036"/>
          <ac:cxnSpMkLst>
            <pc:docMk/>
            <pc:sldMk cId="4176887838" sldId="267"/>
            <ac:cxnSpMk id="82" creationId="{A0E56B78-F0EA-3C09-8B5B-AFD17D224028}"/>
          </ac:cxnSpMkLst>
        </pc:cxnChg>
        <pc:cxnChg chg="add del mod">
          <ac:chgData name="Manik Tangade" userId="b3c16bea1f36b7e4" providerId="LiveId" clId="{5C340F09-6457-47D6-8AA4-217E31D9B2FD}" dt="2026-08-31T16:47:32.690" v="1841" actId="478"/>
          <ac:cxnSpMkLst>
            <pc:docMk/>
            <pc:sldMk cId="4176887838" sldId="267"/>
            <ac:cxnSpMk id="83" creationId="{7E1352A1-8A64-6D41-82B4-264C986A3F3C}"/>
          </ac:cxnSpMkLst>
        </pc:cxnChg>
        <pc:cxnChg chg="add mod">
          <ac:chgData name="Manik Tangade" userId="b3c16bea1f36b7e4" providerId="LiveId" clId="{5C340F09-6457-47D6-8AA4-217E31D9B2FD}" dt="2026-08-31T16:47:36.460" v="1849" actId="1035"/>
          <ac:cxnSpMkLst>
            <pc:docMk/>
            <pc:sldMk cId="4176887838" sldId="267"/>
            <ac:cxnSpMk id="85" creationId="{2911AA41-5D9C-F736-770C-A3909AE88757}"/>
          </ac:cxnSpMkLst>
        </pc:cxnChg>
        <pc:cxnChg chg="add mod">
          <ac:chgData name="Manik Tangade" userId="b3c16bea1f36b7e4" providerId="LiveId" clId="{5C340F09-6457-47D6-8AA4-217E31D9B2FD}" dt="2026-08-31T16:47:58.287" v="1921" actId="1037"/>
          <ac:cxnSpMkLst>
            <pc:docMk/>
            <pc:sldMk cId="4176887838" sldId="267"/>
            <ac:cxnSpMk id="86" creationId="{58E5676F-C519-87D5-654A-659439D1E78A}"/>
          </ac:cxnSpMkLst>
        </pc:cxnChg>
      </pc:sldChg>
      <pc:sldChg chg="modSp mod">
        <pc:chgData name="Manik Tangade" userId="b3c16bea1f36b7e4" providerId="LiveId" clId="{5C340F09-6457-47D6-8AA4-217E31D9B2FD}" dt="2026-08-25T16:06:27.114" v="55" actId="1038"/>
        <pc:sldMkLst>
          <pc:docMk/>
          <pc:sldMk cId="15539485" sldId="268"/>
        </pc:sldMkLst>
        <pc:spChg chg="mod">
          <ac:chgData name="Manik Tangade" userId="b3c16bea1f36b7e4" providerId="LiveId" clId="{5C340F09-6457-47D6-8AA4-217E31D9B2FD}" dt="2026-08-25T16:04:28.048" v="20" actId="20577"/>
          <ac:spMkLst>
            <pc:docMk/>
            <pc:sldMk cId="15539485" sldId="268"/>
            <ac:spMk id="5" creationId="{749EF265-3517-ABCA-1C0E-EE1986C4D898}"/>
          </ac:spMkLst>
        </pc:spChg>
        <pc:spChg chg="mod">
          <ac:chgData name="Manik Tangade" userId="b3c16bea1f36b7e4" providerId="LiveId" clId="{5C340F09-6457-47D6-8AA4-217E31D9B2FD}" dt="2026-08-25T16:05:18.387" v="22" actId="1037"/>
          <ac:spMkLst>
            <pc:docMk/>
            <pc:sldMk cId="15539485" sldId="268"/>
            <ac:spMk id="6" creationId="{033EB352-39B8-F19E-84D2-E4CBF868A9E7}"/>
          </ac:spMkLst>
        </pc:spChg>
        <pc:spChg chg="mod">
          <ac:chgData name="Manik Tangade" userId="b3c16bea1f36b7e4" providerId="LiveId" clId="{5C340F09-6457-47D6-8AA4-217E31D9B2FD}" dt="2026-08-25T16:06:27.114" v="55" actId="1038"/>
          <ac:spMkLst>
            <pc:docMk/>
            <pc:sldMk cId="15539485" sldId="268"/>
            <ac:spMk id="22" creationId="{7EDDD0B3-E5D3-289A-ADDE-0158A88D9FC9}"/>
          </ac:spMkLst>
        </pc:spChg>
        <pc:spChg chg="mod">
          <ac:chgData name="Manik Tangade" userId="b3c16bea1f36b7e4" providerId="LiveId" clId="{5C340F09-6457-47D6-8AA4-217E31D9B2FD}" dt="2026-08-25T16:06:12.398" v="43" actId="1038"/>
          <ac:spMkLst>
            <pc:docMk/>
            <pc:sldMk cId="15539485" sldId="268"/>
            <ac:spMk id="39" creationId="{CAF0BFE5-6117-9C2C-CC86-0CE6902BA5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9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F515-F803-378D-312D-5D89F9D0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4CB5D-C43C-C17B-BF0B-70E435DA4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88446-62DC-4D62-606B-57642E93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22097-1B8F-53E0-1AE1-2A5EAE7A1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630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98DD-520A-5E4D-12C6-996BF93FA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5E02F-9447-0B30-0BB2-3C2EBAB1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6FF2B-C96B-B6EF-9373-2C8625919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FD861-A52E-0AD0-8AF6-D794DCB7F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432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2710347" y="3528864"/>
            <a:ext cx="152935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5E911-0A79-3B0E-956D-5D32BEBEB914}"/>
              </a:ext>
            </a:extLst>
          </p:cNvPr>
          <p:cNvSpPr txBox="1"/>
          <p:nvPr/>
        </p:nvSpPr>
        <p:spPr>
          <a:xfrm>
            <a:off x="633042" y="1743040"/>
            <a:ext cx="7783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AI-Powered Smart Routing &amp; Instant </a:t>
            </a:r>
            <a:r>
              <a:rPr lang="en-US">
                <a:solidFill>
                  <a:schemeClr val="bg1"/>
                </a:solidFill>
              </a:rPr>
              <a:t>Retry - </a:t>
            </a:r>
            <a:r>
              <a:rPr lang="en-US" dirty="0">
                <a:solidFill>
                  <a:schemeClr val="bg1"/>
                </a:solidFill>
              </a:rPr>
              <a:t>Enhancing Phi Commerce's Payment Orchestration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9AA7E-E402-82AE-467B-CBF9F6F0C8F0}"/>
              </a:ext>
            </a:extLst>
          </p:cNvPr>
          <p:cNvSpPr txBox="1"/>
          <p:nvPr/>
        </p:nvSpPr>
        <p:spPr>
          <a:xfrm>
            <a:off x="701198" y="3086114"/>
            <a:ext cx="7783808" cy="12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Phi Commerce's Smart Transaction Router (STR), not a rebuild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real-time ML success-probability scoring + compliance-aware instant retry on top of the current rule-based Smart Transaction Router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phased pilot → compliance validation → scaled rollout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CB49F-5B8B-A315-65D0-FD2DF6DA9D2D}"/>
              </a:ext>
            </a:extLst>
          </p:cNvPr>
          <p:cNvSpPr txBox="1"/>
          <p:nvPr/>
        </p:nvSpPr>
        <p:spPr>
          <a:xfrm>
            <a:off x="623824" y="2617495"/>
            <a:ext cx="778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Executive Summary: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EBCB4-90AC-8807-2D52-85835C312A96}"/>
              </a:ext>
            </a:extLst>
          </p:cNvPr>
          <p:cNvSpPr txBox="1"/>
          <p:nvPr/>
        </p:nvSpPr>
        <p:spPr>
          <a:xfrm>
            <a:off x="893298" y="759655"/>
            <a:ext cx="3144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err="1">
                <a:solidFill>
                  <a:srgbClr val="00B0F0"/>
                </a:solidFill>
                <a:latin typeface="Aptos Black" panose="020B0004020202020204" pitchFamily="34" charset="0"/>
                <a:cs typeface="Arial" pitchFamily="34" charset="-120"/>
              </a:rPr>
              <a:t>PhorSense</a:t>
            </a:r>
            <a:endParaRPr lang="en-US" sz="4000" b="1" u="sng" dirty="0">
              <a:solidFill>
                <a:srgbClr val="00B0F0"/>
              </a:solidFill>
              <a:latin typeface="Aptos Black" panose="020B00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Lifecycle &amp; Ecosystem Map</a:t>
            </a:r>
          </a:p>
        </p:txBody>
      </p:sp>
      <p:sp>
        <p:nvSpPr>
          <p:cNvPr id="7" name="Text 5"/>
          <p:cNvSpPr/>
          <p:nvPr/>
        </p:nvSpPr>
        <p:spPr>
          <a:xfrm>
            <a:off x="609600" y="1191942"/>
            <a:ext cx="80832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channels: Cards • UPI • Aadhaar • Wallets • NEFT/RTGS • </a:t>
            </a:r>
            <a:r>
              <a:rPr lang="en-US" sz="1200" dirty="0" err="1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eNACH</a:t>
            </a: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across Online, In-Store, and Doorstep channels</a:t>
            </a:r>
          </a:p>
        </p:txBody>
      </p:sp>
      <p:sp>
        <p:nvSpPr>
          <p:cNvPr id="8" name="Text 6"/>
          <p:cNvSpPr/>
          <p:nvPr/>
        </p:nvSpPr>
        <p:spPr>
          <a:xfrm>
            <a:off x="462669" y="1878819"/>
            <a:ext cx="1717923" cy="4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buNone/>
            </a:pP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611356" y="2173101"/>
            <a:ext cx="63309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 rot="10800000">
            <a:off x="2463282" y="4247600"/>
            <a:ext cx="45758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15799" y="2176557"/>
            <a:ext cx="14429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0835" y="3935320"/>
            <a:ext cx="1717923" cy="4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buNone/>
            </a:pP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09625" y="3312988"/>
            <a:ext cx="2130958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527450" y="3312988"/>
            <a:ext cx="2130958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4AA5A1-6A12-527C-750F-BB6F665AD886}"/>
              </a:ext>
            </a:extLst>
          </p:cNvPr>
          <p:cNvGrpSpPr/>
          <p:nvPr/>
        </p:nvGrpSpPr>
        <p:grpSpPr>
          <a:xfrm>
            <a:off x="7096338" y="2811297"/>
            <a:ext cx="1867255" cy="419371"/>
            <a:chOff x="6899388" y="2733923"/>
            <a:chExt cx="1867255" cy="419371"/>
          </a:xfrm>
        </p:grpSpPr>
        <p:sp>
          <p:nvSpPr>
            <p:cNvPr id="5" name="Text 3"/>
            <p:cNvSpPr/>
            <p:nvPr/>
          </p:nvSpPr>
          <p:spPr>
            <a:xfrm>
              <a:off x="7063638" y="2733923"/>
              <a:ext cx="1538756" cy="419371"/>
            </a:xfrm>
            <a:prstGeom prst="roundRect">
              <a:avLst>
                <a:gd name="adj" fmla="val 72818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EF444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899388" y="2844474"/>
              <a:ext cx="1867255" cy="194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36"/>
                </a:lnSpc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cs typeface="Arial" pitchFamily="34" charset="-120"/>
                </a:rPr>
                <a:t>Retry Decision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34AB02-05A6-1AF7-D341-BAD32AC7C925}"/>
              </a:ext>
            </a:extLst>
          </p:cNvPr>
          <p:cNvGrpSpPr/>
          <p:nvPr/>
        </p:nvGrpSpPr>
        <p:grpSpPr>
          <a:xfrm>
            <a:off x="4529802" y="2805497"/>
            <a:ext cx="3201212" cy="444225"/>
            <a:chOff x="7255361" y="2951187"/>
            <a:chExt cx="2347168" cy="444225"/>
          </a:xfrm>
        </p:grpSpPr>
        <p:sp>
          <p:nvSpPr>
            <p:cNvPr id="3" name="Text 1"/>
            <p:cNvSpPr/>
            <p:nvPr/>
          </p:nvSpPr>
          <p:spPr>
            <a:xfrm>
              <a:off x="7893772" y="2951187"/>
              <a:ext cx="1070346" cy="444225"/>
            </a:xfrm>
            <a:prstGeom prst="roundRect">
              <a:avLst>
                <a:gd name="adj" fmla="val 72818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22C55E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CA1ABB-A135-0E53-996C-EE3CBD7418B1}"/>
                </a:ext>
              </a:extLst>
            </p:cNvPr>
            <p:cNvSpPr txBox="1"/>
            <p:nvPr/>
          </p:nvSpPr>
          <p:spPr>
            <a:xfrm>
              <a:off x="7255361" y="3022863"/>
              <a:ext cx="2347168" cy="276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ts val="1536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Routing decision</a:t>
              </a:r>
            </a:p>
          </p:txBody>
        </p:sp>
      </p:grpSp>
      <p:sp>
        <p:nvSpPr>
          <p:cNvPr id="20" name="Text 0">
            <a:extLst>
              <a:ext uri="{FF2B5EF4-FFF2-40B4-BE49-F238E27FC236}">
                <a16:creationId xmlns:a16="http://schemas.microsoft.com/office/drawing/2014/main" id="{BE769953-4B6B-739F-1C23-65A21B3B1889}"/>
              </a:ext>
            </a:extLst>
          </p:cNvPr>
          <p:cNvSpPr/>
          <p:nvPr/>
        </p:nvSpPr>
        <p:spPr>
          <a:xfrm>
            <a:off x="609600" y="1835465"/>
            <a:ext cx="1672914" cy="626195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2AC4312-326A-CD5C-5826-CE8C2B7DD5D8}"/>
              </a:ext>
            </a:extLst>
          </p:cNvPr>
          <p:cNvSpPr/>
          <p:nvPr/>
        </p:nvSpPr>
        <p:spPr>
          <a:xfrm>
            <a:off x="3324890" y="1835465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Merchant 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366FE5A5-29A0-DA29-BFBC-B07B59CC0D2D}"/>
              </a:ext>
            </a:extLst>
          </p:cNvPr>
          <p:cNvSpPr/>
          <p:nvPr/>
        </p:nvSpPr>
        <p:spPr>
          <a:xfrm>
            <a:off x="3340827" y="4127648"/>
            <a:ext cx="1672914" cy="687958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1728"/>
              </a:lnSpc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Network</a:t>
            </a:r>
          </a:p>
          <a:p>
            <a:pPr algn="ctr">
              <a:lnSpc>
                <a:spcPts val="1728"/>
              </a:lnSpc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NPCI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40891-202D-D74A-C142-6487B86E6EB3}"/>
              </a:ext>
            </a:extLst>
          </p:cNvPr>
          <p:cNvSpPr txBox="1"/>
          <p:nvPr/>
        </p:nvSpPr>
        <p:spPr>
          <a:xfrm rot="10800000">
            <a:off x="5367518" y="4308480"/>
            <a:ext cx="451311" cy="2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6829E42A-545B-7F21-1C69-C8AB77E9FFD6}"/>
              </a:ext>
            </a:extLst>
          </p:cNvPr>
          <p:cNvSpPr/>
          <p:nvPr/>
        </p:nvSpPr>
        <p:spPr>
          <a:xfrm>
            <a:off x="609600" y="4065535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Issuing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Bank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D76B0015-66C2-A7AE-EAC3-10D7DACCC585}"/>
              </a:ext>
            </a:extLst>
          </p:cNvPr>
          <p:cNvSpPr/>
          <p:nvPr/>
        </p:nvSpPr>
        <p:spPr>
          <a:xfrm>
            <a:off x="6184869" y="1800898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Phor 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18D771-DB15-55BA-8FD4-043504244764}"/>
              </a:ext>
            </a:extLst>
          </p:cNvPr>
          <p:cNvSpPr txBox="1"/>
          <p:nvPr/>
        </p:nvSpPr>
        <p:spPr>
          <a:xfrm rot="5400000">
            <a:off x="6687132" y="3500954"/>
            <a:ext cx="451311" cy="27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080"/>
              </a:lnSpc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➝</a:t>
            </a:r>
            <a:endParaRPr lang="en-US" sz="24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0BA3B763-9348-05AF-3723-3E400FF5869D}"/>
              </a:ext>
            </a:extLst>
          </p:cNvPr>
          <p:cNvSpPr/>
          <p:nvPr/>
        </p:nvSpPr>
        <p:spPr>
          <a:xfrm>
            <a:off x="6222110" y="4159767"/>
            <a:ext cx="1706251" cy="660762"/>
          </a:xfrm>
          <a:prstGeom prst="roundRect">
            <a:avLst>
              <a:gd name="adj" fmla="val 39793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algn="ctr"/>
            <a:endParaRPr lang="en-US" sz="1400" b="1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Acquirer /</a:t>
            </a:r>
          </a:p>
          <a:p>
            <a:pPr algn="ctr"/>
            <a:r>
              <a:rPr lang="en-US" sz="14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PA / PG</a:t>
            </a:r>
          </a:p>
          <a:p>
            <a:pPr algn="ctr"/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3734A4B0-1751-B31F-361B-513D7F42DDC1}"/>
              </a:ext>
            </a:extLst>
          </p:cNvPr>
          <p:cNvSpPr/>
          <p:nvPr/>
        </p:nvSpPr>
        <p:spPr>
          <a:xfrm>
            <a:off x="578008" y="2889603"/>
            <a:ext cx="42281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decisions are made at the Phor orchestration layer: </a:t>
            </a:r>
          </a:p>
          <a:p>
            <a:pPr marL="228600" indent="-228600">
              <a:buAutoNum type="arabicParenBoth"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- which gateway/acquirer to use before sending</a:t>
            </a:r>
          </a:p>
          <a:p>
            <a:pPr marL="228600" indent="-228600">
              <a:buAutoNum type="arabicParenBoth"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- evaluated once a decline signal returns from the issuer through the network and acquirer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&amp; Value Proposition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0BC9DF-490C-7A70-2B84-DAE40B48CB9E}"/>
              </a:ext>
            </a:extLst>
          </p:cNvPr>
          <p:cNvGrpSpPr/>
          <p:nvPr/>
        </p:nvGrpSpPr>
        <p:grpSpPr>
          <a:xfrm>
            <a:off x="609600" y="1154045"/>
            <a:ext cx="1873348" cy="1295161"/>
            <a:chOff x="609600" y="1154046"/>
            <a:chExt cx="1866900" cy="1432768"/>
          </a:xfrm>
        </p:grpSpPr>
        <p:sp>
          <p:nvSpPr>
            <p:cNvPr id="2" name="Text 0"/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700"/>
                </a:lnSpc>
              </a:pPr>
              <a:r>
                <a:rPr lang="en-US" sz="3000" b="1" dirty="0">
                  <a:solidFill>
                    <a:srgbClr val="FB7185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80-85%</a:t>
              </a:r>
              <a:endParaRPr lang="en-US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27321" y="1998171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Typical single-gateway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success rate baseline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7E00B8-39E6-F8DB-C4DC-C6C46FD7322F}"/>
              </a:ext>
            </a:extLst>
          </p:cNvPr>
          <p:cNvGrpSpPr/>
          <p:nvPr/>
        </p:nvGrpSpPr>
        <p:grpSpPr>
          <a:xfrm>
            <a:off x="6819548" y="1152195"/>
            <a:ext cx="1873348" cy="1295161"/>
            <a:chOff x="609600" y="1154046"/>
            <a:chExt cx="1866900" cy="1432768"/>
          </a:xfrm>
        </p:grpSpPr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7F84680F-7756-C223-5E5A-7B495D7BDF01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DBEADB8D-F62F-112A-BFDC-A4064D91B635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rgbClr val="FF6B6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62%</a:t>
              </a:r>
              <a:endParaRPr lang="en-US" sz="3000" dirty="0">
                <a:solidFill>
                  <a:srgbClr val="FF6B6B"/>
                </a:solidFill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1EBE713C-FFF3-FF0C-A2B1-5603E0CEAAB9}"/>
                </a:ext>
              </a:extLst>
            </p:cNvPr>
            <p:cNvSpPr/>
            <p:nvPr/>
          </p:nvSpPr>
          <p:spPr>
            <a:xfrm>
              <a:off x="934331" y="1990390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Of customers never return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after a failed transaction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49AE86-9EC1-80DC-7ACE-8CEF37F356E4}"/>
              </a:ext>
            </a:extLst>
          </p:cNvPr>
          <p:cNvGrpSpPr/>
          <p:nvPr/>
        </p:nvGrpSpPr>
        <p:grpSpPr>
          <a:xfrm>
            <a:off x="4787706" y="1145655"/>
            <a:ext cx="1873348" cy="1295161"/>
            <a:chOff x="609600" y="1154046"/>
            <a:chExt cx="1866900" cy="1432768"/>
          </a:xfrm>
        </p:grpSpPr>
        <p:sp>
          <p:nvSpPr>
            <p:cNvPr id="31" name="Text 0">
              <a:extLst>
                <a:ext uri="{FF2B5EF4-FFF2-40B4-BE49-F238E27FC236}">
                  <a16:creationId xmlns:a16="http://schemas.microsoft.com/office/drawing/2014/main" id="{1DAD2E16-6F55-9E80-3F76-BAF0BBCCD11B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B7A2FD52-FCE0-1C3B-438B-8F842E7C9076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chemeClr val="accent1">
                      <a:lumMod val="75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</a:t>
              </a:r>
              <a:endParaRPr lang="en-US" sz="30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 7">
              <a:extLst>
                <a:ext uri="{FF2B5EF4-FFF2-40B4-BE49-F238E27FC236}">
                  <a16:creationId xmlns:a16="http://schemas.microsoft.com/office/drawing/2014/main" id="{41E67D4E-9699-5190-EC6C-8FEDE8DE75CF}"/>
                </a:ext>
              </a:extLst>
            </p:cNvPr>
            <p:cNvSpPr/>
            <p:nvPr/>
          </p:nvSpPr>
          <p:spPr>
            <a:xfrm>
              <a:off x="941341" y="2005952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Industry benchmark for</a:t>
              </a:r>
            </a:p>
            <a:p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cs typeface="Arial" pitchFamily="34" charset="-120"/>
                </a:rPr>
                <a:t>strong performance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77BD6E-4613-1B7B-D8BC-C2FD7C08CA54}"/>
              </a:ext>
            </a:extLst>
          </p:cNvPr>
          <p:cNvGrpSpPr/>
          <p:nvPr/>
        </p:nvGrpSpPr>
        <p:grpSpPr>
          <a:xfrm>
            <a:off x="2668944" y="1153497"/>
            <a:ext cx="1873348" cy="1425286"/>
            <a:chOff x="609600" y="1154046"/>
            <a:chExt cx="1866900" cy="1576720"/>
          </a:xfrm>
        </p:grpSpPr>
        <p:sp>
          <p:nvSpPr>
            <p:cNvPr id="35" name="Text 0">
              <a:extLst>
                <a:ext uri="{FF2B5EF4-FFF2-40B4-BE49-F238E27FC236}">
                  <a16:creationId xmlns:a16="http://schemas.microsoft.com/office/drawing/2014/main" id="{E7B3B177-FF00-2F70-F877-AA358D5DC51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51056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C1CFE8C4-9218-F271-2345-25425167F332}"/>
                </a:ext>
              </a:extLst>
            </p:cNvPr>
            <p:cNvSpPr/>
            <p:nvPr/>
          </p:nvSpPr>
          <p:spPr>
            <a:xfrm>
              <a:off x="794956" y="1495425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3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5-10%</a:t>
              </a:r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4CC6F2BA-3D6C-BC6A-020A-785609491075}"/>
                </a:ext>
              </a:extLst>
            </p:cNvPr>
            <p:cNvSpPr/>
            <p:nvPr/>
          </p:nvSpPr>
          <p:spPr>
            <a:xfrm>
              <a:off x="886880" y="1998170"/>
              <a:ext cx="1589620" cy="732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chemeClr val="bg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Phi Commerce's own claimed range: Smart Router 5%+, Phor (insurance) up to 10%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746351-F91C-FC31-73C4-CC320863B079}"/>
              </a:ext>
            </a:extLst>
          </p:cNvPr>
          <p:cNvGrpSpPr/>
          <p:nvPr/>
        </p:nvGrpSpPr>
        <p:grpSpPr>
          <a:xfrm>
            <a:off x="928418" y="2804999"/>
            <a:ext cx="3315286" cy="2010800"/>
            <a:chOff x="609600" y="2937718"/>
            <a:chExt cx="3315286" cy="2010800"/>
          </a:xfrm>
        </p:grpSpPr>
        <p:sp>
          <p:nvSpPr>
            <p:cNvPr id="6" name="Text 4"/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32366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28418" y="3139333"/>
              <a:ext cx="2870292" cy="231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4"/>
                </a:lnSpc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</a:rPr>
                <a:t>Why AI over static rules:</a:t>
              </a:r>
            </a:p>
          </p:txBody>
        </p: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D7EA4DD4-B0C9-26AC-0131-7AEBF597A63E}"/>
                </a:ext>
              </a:extLst>
            </p:cNvPr>
            <p:cNvSpPr/>
            <p:nvPr/>
          </p:nvSpPr>
          <p:spPr>
            <a:xfrm>
              <a:off x="826767" y="3568608"/>
              <a:ext cx="2870292" cy="965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00" dirty="0">
                  <a:solidFill>
                    <a:srgbClr val="E2E8F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Rule-based routing (Phor today) is static. An ML model scores each route's real-time success probability using card BIN, issuing bank, amount, and time of day, adapting as issuer behavior shifts, instead of needing manual retuning.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D87C7A-92AE-F820-8FB1-FDB2D329CE70}"/>
              </a:ext>
            </a:extLst>
          </p:cNvPr>
          <p:cNvGrpSpPr/>
          <p:nvPr/>
        </p:nvGrpSpPr>
        <p:grpSpPr>
          <a:xfrm>
            <a:off x="4900296" y="2810677"/>
            <a:ext cx="3315286" cy="2010800"/>
            <a:chOff x="609600" y="2937718"/>
            <a:chExt cx="3315286" cy="2010800"/>
          </a:xfrm>
        </p:grpSpPr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5942B8D9-0AFF-80D8-706A-43F8B067CE40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32366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D187F95B-8A12-939E-F8A6-84D871CAAC04}"/>
                </a:ext>
              </a:extLst>
            </p:cNvPr>
            <p:cNvSpPr/>
            <p:nvPr/>
          </p:nvSpPr>
          <p:spPr>
            <a:xfrm>
              <a:off x="928418" y="3139333"/>
              <a:ext cx="2870292" cy="231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4"/>
                </a:lnSpc>
              </a:pPr>
              <a:r>
                <a:rPr lang="en-US" sz="1600" dirty="0">
                  <a:solidFill>
                    <a:schemeClr val="bg1">
                      <a:lumMod val="95000"/>
                    </a:schemeClr>
                  </a:solidFill>
                </a:rPr>
                <a:t>The retry differentiator:</a:t>
              </a: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AC8CCF3A-2E75-A4D3-508B-50E34DF25210}"/>
                </a:ext>
              </a:extLst>
            </p:cNvPr>
            <p:cNvSpPr/>
            <p:nvPr/>
          </p:nvSpPr>
          <p:spPr>
            <a:xfrm>
              <a:off x="854903" y="3568608"/>
              <a:ext cx="2870292" cy="965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00" dirty="0">
                  <a:solidFill>
                    <a:srgbClr val="E2E8F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Soft declines (network issue, timeout) are retriable while hard declines (stolen/closed card) are not. Retrying hard declines wastes resources and can trigger Visa/Mastercard excessive-retry penalty programs. Retry logic must classify by decline category, not raw code.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6586C-7BB4-B8AD-A066-40DE3060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1208B34B-92A3-C9FF-F34D-1E03A9CE078F}"/>
              </a:ext>
            </a:extLst>
          </p:cNvPr>
          <p:cNvSpPr/>
          <p:nvPr/>
        </p:nvSpPr>
        <p:spPr>
          <a:xfrm>
            <a:off x="625602" y="335975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Work Breakdown Structure (WBS)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0A36C0-1ED0-2035-0C2F-9CA4C01CAC71}"/>
              </a:ext>
            </a:extLst>
          </p:cNvPr>
          <p:cNvSpPr/>
          <p:nvPr/>
        </p:nvSpPr>
        <p:spPr>
          <a:xfrm>
            <a:off x="809625" y="2053530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46E921-3E19-EECA-521A-9A34DE406C7C}"/>
              </a:ext>
            </a:extLst>
          </p:cNvPr>
          <p:cNvSpPr/>
          <p:nvPr/>
        </p:nvSpPr>
        <p:spPr>
          <a:xfrm>
            <a:off x="809625" y="2472630"/>
            <a:ext cx="143827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8E1C58-F157-11A4-1231-5659DCDADB93}"/>
              </a:ext>
            </a:extLst>
          </p:cNvPr>
          <p:cNvSpPr/>
          <p:nvPr/>
        </p:nvSpPr>
        <p:spPr>
          <a:xfrm>
            <a:off x="809625" y="2976860"/>
            <a:ext cx="1438275" cy="195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81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00117A-914B-0266-A5EF-B17AA1C64A6A}"/>
              </a:ext>
            </a:extLst>
          </p:cNvPr>
          <p:cNvGrpSpPr/>
          <p:nvPr/>
        </p:nvGrpSpPr>
        <p:grpSpPr>
          <a:xfrm>
            <a:off x="2563989" y="1205025"/>
            <a:ext cx="1831145" cy="1585067"/>
            <a:chOff x="293076" y="1052625"/>
            <a:chExt cx="1831145" cy="1585067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999135EF-3830-2AE5-7C23-566E22781CA6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2CCE64-8861-05BF-678B-47C238570527}"/>
                </a:ext>
              </a:extLst>
            </p:cNvPr>
            <p:cNvSpPr txBox="1"/>
            <p:nvPr/>
          </p:nvSpPr>
          <p:spPr>
            <a:xfrm>
              <a:off x="383492" y="1097277"/>
              <a:ext cx="16974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02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Data Foundation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CEF7D6-A945-BFCC-2617-A37C53E5B671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Historical transaction data pipeline build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Decline-reason taxonomy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PCI-scoped tokenization &amp; data quality checks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ML feature store setup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EC3326-C425-B7E3-8BFE-2DBC18F52B88}"/>
              </a:ext>
            </a:extLst>
          </p:cNvPr>
          <p:cNvGrpSpPr/>
          <p:nvPr/>
        </p:nvGrpSpPr>
        <p:grpSpPr>
          <a:xfrm>
            <a:off x="445476" y="1205025"/>
            <a:ext cx="1831145" cy="1585067"/>
            <a:chOff x="293076" y="1052625"/>
            <a:chExt cx="1831145" cy="1585067"/>
          </a:xfrm>
        </p:grpSpPr>
        <p:sp>
          <p:nvSpPr>
            <p:cNvPr id="25" name="Text 0">
              <a:extLst>
                <a:ext uri="{FF2B5EF4-FFF2-40B4-BE49-F238E27FC236}">
                  <a16:creationId xmlns:a16="http://schemas.microsoft.com/office/drawing/2014/main" id="{94742B15-D9E5-317C-E958-738AA738CE27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587272-610C-2723-6345-BFE167EA3225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01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Discovery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94816F-B6AA-4714-1AB4-574E361F58E0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Scope &amp; stakeholder interviews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Current-state routing-rule &amp; decline-data audit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Success criteria, KPI targets &amp; scope sign-off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4CEA6A-0DE7-3501-FC4D-1171BF1BD427}"/>
              </a:ext>
            </a:extLst>
          </p:cNvPr>
          <p:cNvGrpSpPr/>
          <p:nvPr/>
        </p:nvGrpSpPr>
        <p:grpSpPr>
          <a:xfrm>
            <a:off x="6773315" y="1209392"/>
            <a:ext cx="2146123" cy="1610044"/>
            <a:chOff x="265466" y="1052625"/>
            <a:chExt cx="2146123" cy="1610044"/>
          </a:xfrm>
        </p:grpSpPr>
        <p:sp>
          <p:nvSpPr>
            <p:cNvPr id="29" name="Text 0">
              <a:extLst>
                <a:ext uri="{FF2B5EF4-FFF2-40B4-BE49-F238E27FC236}">
                  <a16:creationId xmlns:a16="http://schemas.microsoft.com/office/drawing/2014/main" id="{143BCBDE-2094-AC1D-DDD4-89CD22CCEDD1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CDF9B3-9EDC-6172-8787-F465630364F6}"/>
                </a:ext>
              </a:extLst>
            </p:cNvPr>
            <p:cNvSpPr txBox="1"/>
            <p:nvPr/>
          </p:nvSpPr>
          <p:spPr>
            <a:xfrm>
              <a:off x="265466" y="1078412"/>
              <a:ext cx="21461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04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Model Development</a:t>
              </a:r>
              <a:endParaRPr lang="en-IN" sz="14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469764-F809-5A17-B138-E389CB1B4401}"/>
                </a:ext>
              </a:extLst>
            </p:cNvPr>
            <p:cNvSpPr txBox="1"/>
            <p:nvPr/>
          </p:nvSpPr>
          <p:spPr>
            <a:xfrm>
              <a:off x="293076" y="1323841"/>
              <a:ext cx="1907973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Feature engineering - routing success-probability model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Train &amp; validate routing success-probability model.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Feature engineering - risk/fraud scoring model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Train &amp; validate risk scoring model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Model review 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77F6F3-0990-1D96-F437-11D2CE8D0054}"/>
              </a:ext>
            </a:extLst>
          </p:cNvPr>
          <p:cNvGrpSpPr/>
          <p:nvPr/>
        </p:nvGrpSpPr>
        <p:grpSpPr>
          <a:xfrm>
            <a:off x="4667364" y="1205024"/>
            <a:ext cx="2034559" cy="1585067"/>
            <a:chOff x="277983" y="1052625"/>
            <a:chExt cx="2034559" cy="1585067"/>
          </a:xfrm>
        </p:grpSpPr>
        <p:sp>
          <p:nvSpPr>
            <p:cNvPr id="33" name="Text 0">
              <a:extLst>
                <a:ext uri="{FF2B5EF4-FFF2-40B4-BE49-F238E27FC236}">
                  <a16:creationId xmlns:a16="http://schemas.microsoft.com/office/drawing/2014/main" id="{07E5ABED-1EC2-8F1B-1FE7-54D6227797F7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0C71D50-7FB5-756F-EA5F-DE3AC42BB23A}"/>
                </a:ext>
              </a:extLst>
            </p:cNvPr>
            <p:cNvSpPr txBox="1"/>
            <p:nvPr/>
          </p:nvSpPr>
          <p:spPr>
            <a:xfrm>
              <a:off x="277983" y="1097277"/>
              <a:ext cx="20345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03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Compliance Review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9FF0DD-EBA5-A5AB-E541-1EDD7AB9C382}"/>
                </a:ext>
              </a:extLst>
            </p:cNvPr>
            <p:cNvSpPr txBox="1"/>
            <p:nvPr/>
          </p:nvSpPr>
          <p:spPr>
            <a:xfrm>
              <a:off x="293076" y="1360214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PCI DSS v4.0.1 scoped impact assessment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RBI Payment Aggregator Master Direction &amp; Cyber Resilience alignment review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CERT-In audit readiness check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2F897A5-E58D-7F44-1C98-93C42476F958}"/>
              </a:ext>
            </a:extLst>
          </p:cNvPr>
          <p:cNvGrpSpPr/>
          <p:nvPr/>
        </p:nvGrpSpPr>
        <p:grpSpPr>
          <a:xfrm>
            <a:off x="2564034" y="3322801"/>
            <a:ext cx="1831145" cy="1585067"/>
            <a:chOff x="293076" y="1052625"/>
            <a:chExt cx="1831145" cy="1585067"/>
          </a:xfrm>
        </p:grpSpPr>
        <p:sp>
          <p:nvSpPr>
            <p:cNvPr id="37" name="Text 0">
              <a:extLst>
                <a:ext uri="{FF2B5EF4-FFF2-40B4-BE49-F238E27FC236}">
                  <a16:creationId xmlns:a16="http://schemas.microsoft.com/office/drawing/2014/main" id="{BCE67CFB-ED88-5CF7-5540-2A654E6870A9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C6440AD-A606-48AC-4E80-B9A5FE8BF5B5}"/>
                </a:ext>
              </a:extLst>
            </p:cNvPr>
            <p:cNvSpPr txBox="1"/>
            <p:nvPr/>
          </p:nvSpPr>
          <p:spPr>
            <a:xfrm>
              <a:off x="657818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06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Testing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F3C157-1D22-EAF3-633D-07A4EDD15E46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Shadow-mode parallel-run infrastructure setup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Shadow-mode observation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A-B ramp vs. current rule-based router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Test report &amp; success-rate delta analysis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8C7D25-C624-7088-27A7-1D381695E6AF}"/>
              </a:ext>
            </a:extLst>
          </p:cNvPr>
          <p:cNvGrpSpPr/>
          <p:nvPr/>
        </p:nvGrpSpPr>
        <p:grpSpPr>
          <a:xfrm>
            <a:off x="445521" y="3322801"/>
            <a:ext cx="1831145" cy="1604212"/>
            <a:chOff x="293076" y="1052625"/>
            <a:chExt cx="1831145" cy="1604212"/>
          </a:xfrm>
        </p:grpSpPr>
        <p:sp>
          <p:nvSpPr>
            <p:cNvPr id="41" name="Text 0">
              <a:extLst>
                <a:ext uri="{FF2B5EF4-FFF2-40B4-BE49-F238E27FC236}">
                  <a16:creationId xmlns:a16="http://schemas.microsoft.com/office/drawing/2014/main" id="{D201DEB8-057F-2208-4D92-7F84E48A6A84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18A6084-1C44-13FA-1495-AE256F351695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05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Engine Build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0076D2-4A8B-731C-4264-D431ECCDB596}"/>
                </a:ext>
              </a:extLst>
            </p:cNvPr>
            <p:cNvSpPr txBox="1"/>
            <p:nvPr/>
          </p:nvSpPr>
          <p:spPr>
            <a:xfrm>
              <a:off x="293076" y="1318009"/>
              <a:ext cx="1831145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Smart Routing service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Smart Retry service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Risk Engine integration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Phor / Smart Transaction Router API integration layer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Idempotency key handling &amp; reconciliation logic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Code review, unit &amp; integration testing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C287B3-E701-E0B0-B460-17E8DFE0088D}"/>
              </a:ext>
            </a:extLst>
          </p:cNvPr>
          <p:cNvGrpSpPr/>
          <p:nvPr/>
        </p:nvGrpSpPr>
        <p:grpSpPr>
          <a:xfrm>
            <a:off x="6800970" y="3327168"/>
            <a:ext cx="1907927" cy="1585067"/>
            <a:chOff x="293076" y="1052625"/>
            <a:chExt cx="1907927" cy="1585067"/>
          </a:xfrm>
        </p:grpSpPr>
        <p:sp>
          <p:nvSpPr>
            <p:cNvPr id="45" name="Text 0">
              <a:extLst>
                <a:ext uri="{FF2B5EF4-FFF2-40B4-BE49-F238E27FC236}">
                  <a16:creationId xmlns:a16="http://schemas.microsoft.com/office/drawing/2014/main" id="{27B039E0-4AA4-152D-3D4E-0F0DFECA7E40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D3A8F3-172B-99E5-02DB-BDD688E4F7E8}"/>
                </a:ext>
              </a:extLst>
            </p:cNvPr>
            <p:cNvSpPr txBox="1"/>
            <p:nvPr/>
          </p:nvSpPr>
          <p:spPr>
            <a:xfrm>
              <a:off x="474934" y="1097277"/>
              <a:ext cx="17260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08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 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Scaled Rollout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03E7821-A36F-16EC-CE2A-060E8BB746AA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Phased onboarding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Live success-rate dashboard build &amp; handover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SOP handbook finalization &amp; Scrum team training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Retraining cadence &amp; drift-monitoring alerts setup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586F2CE-E2D3-8004-D2C9-72289E6DB26E}"/>
              </a:ext>
            </a:extLst>
          </p:cNvPr>
          <p:cNvGrpSpPr/>
          <p:nvPr/>
        </p:nvGrpSpPr>
        <p:grpSpPr>
          <a:xfrm>
            <a:off x="4682502" y="3322800"/>
            <a:ext cx="1831145" cy="1653450"/>
            <a:chOff x="293076" y="1052625"/>
            <a:chExt cx="1831145" cy="1653450"/>
          </a:xfrm>
        </p:grpSpPr>
        <p:sp>
          <p:nvSpPr>
            <p:cNvPr id="49" name="Text 0">
              <a:extLst>
                <a:ext uri="{FF2B5EF4-FFF2-40B4-BE49-F238E27FC236}">
                  <a16:creationId xmlns:a16="http://schemas.microsoft.com/office/drawing/2014/main" id="{A011B093-7C68-8CDF-1171-55AA79DF2B52}"/>
                </a:ext>
              </a:extLst>
            </p:cNvPr>
            <p:cNvSpPr/>
            <p:nvPr/>
          </p:nvSpPr>
          <p:spPr>
            <a:xfrm>
              <a:off x="293076" y="1052625"/>
              <a:ext cx="1831145" cy="1585067"/>
            </a:xfrm>
            <a:prstGeom prst="roundRect">
              <a:avLst>
                <a:gd name="adj" fmla="val 8161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4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BE81EF3-18D0-B3A3-C650-F2BA6A5B64B3}"/>
                </a:ext>
              </a:extLst>
            </p:cNvPr>
            <p:cNvSpPr txBox="1"/>
            <p:nvPr/>
          </p:nvSpPr>
          <p:spPr>
            <a:xfrm>
              <a:off x="474935" y="1097277"/>
              <a:ext cx="1318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07 </a:t>
              </a:r>
              <a:r>
                <a:rPr lang="en-IN" sz="1200" b="1" dirty="0">
                  <a:solidFill>
                    <a:schemeClr val="accent1">
                      <a:lumMod val="75000"/>
                    </a:schemeClr>
                  </a:solidFill>
                  <a:latin typeface="Aptos" panose="020B0004020202020204" pitchFamily="34" charset="0"/>
                </a:rPr>
                <a:t>|</a:t>
              </a:r>
              <a:r>
                <a:rPr lang="en-IN" sz="12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 Pilot Rollout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B4430C-196C-CFA4-37F8-52BF4E71D43B}"/>
                </a:ext>
              </a:extLst>
            </p:cNvPr>
            <p:cNvSpPr txBox="1"/>
            <p:nvPr/>
          </p:nvSpPr>
          <p:spPr>
            <a:xfrm>
              <a:off x="293076" y="1367247"/>
              <a:ext cx="1831145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merchant selection &amp; SLA terms agreement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Limited live-traffic cutover (one merchant segment)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monitoring &amp; escalation SOP live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Aptos" panose="020B0004020202020204" pitchFamily="34" charset="0"/>
                </a:rPr>
                <a:t>Pilot results review &amp; go/no-go decision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9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95A597-B4A3-5421-79BD-2C143F7BCE8B}"/>
              </a:ext>
            </a:extLst>
          </p:cNvPr>
          <p:cNvCxnSpPr>
            <a:cxnSpLocks/>
          </p:cNvCxnSpPr>
          <p:nvPr/>
        </p:nvCxnSpPr>
        <p:spPr>
          <a:xfrm flipV="1">
            <a:off x="6548884" y="2046494"/>
            <a:ext cx="224431" cy="7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CADFF9-949D-23E1-067E-13D690C982D2}"/>
              </a:ext>
            </a:extLst>
          </p:cNvPr>
          <p:cNvCxnSpPr>
            <a:cxnSpLocks/>
          </p:cNvCxnSpPr>
          <p:nvPr/>
        </p:nvCxnSpPr>
        <p:spPr>
          <a:xfrm>
            <a:off x="2321169" y="4147116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230ECB-85F9-3E49-9954-6F655F29F5B3}"/>
              </a:ext>
            </a:extLst>
          </p:cNvPr>
          <p:cNvCxnSpPr>
            <a:cxnSpLocks/>
          </p:cNvCxnSpPr>
          <p:nvPr/>
        </p:nvCxnSpPr>
        <p:spPr>
          <a:xfrm>
            <a:off x="4420390" y="4156020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F8486EE-BD59-3F7A-D918-6B5716D650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7620" y="3078561"/>
            <a:ext cx="7751817" cy="212923"/>
          </a:xfrm>
          <a:prstGeom prst="bentConnector3">
            <a:avLst>
              <a:gd name="adj1" fmla="val 9996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DF731E3-C7C9-D253-6DB5-0273F5D0F8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92948" y="2452071"/>
            <a:ext cx="1032065" cy="220912"/>
          </a:xfrm>
          <a:prstGeom prst="bentConnector3">
            <a:avLst>
              <a:gd name="adj1" fmla="val 930"/>
            </a:avLst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0E56B78-F0EA-3C09-8B5B-AFD17D224028}"/>
              </a:ext>
            </a:extLst>
          </p:cNvPr>
          <p:cNvCxnSpPr>
            <a:cxnSpLocks/>
          </p:cNvCxnSpPr>
          <p:nvPr/>
        </p:nvCxnSpPr>
        <p:spPr>
          <a:xfrm>
            <a:off x="6549298" y="4160706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911AA41-5D9C-F736-770C-A3909AE88757}"/>
              </a:ext>
            </a:extLst>
          </p:cNvPr>
          <p:cNvCxnSpPr>
            <a:cxnSpLocks/>
          </p:cNvCxnSpPr>
          <p:nvPr/>
        </p:nvCxnSpPr>
        <p:spPr>
          <a:xfrm>
            <a:off x="2304754" y="2048682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8E5676F-C519-87D5-654A-659439D1E78A}"/>
              </a:ext>
            </a:extLst>
          </p:cNvPr>
          <p:cNvCxnSpPr>
            <a:cxnSpLocks/>
          </p:cNvCxnSpPr>
          <p:nvPr/>
        </p:nvCxnSpPr>
        <p:spPr>
          <a:xfrm>
            <a:off x="4447730" y="2046334"/>
            <a:ext cx="221718" cy="7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8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70626" y="601047"/>
            <a:ext cx="8802747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&amp; Deliverables</a:t>
            </a:r>
          </a:p>
          <a:p>
            <a:pPr marL="0" indent="0" algn="ctr">
              <a:lnSpc>
                <a:spcPts val="2700"/>
              </a:lnSpc>
              <a:buNone/>
            </a:pPr>
            <a:endParaRPr lang="en-US" sz="30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D8EBDB4-1D67-3A12-6F0E-BCAC3D493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51285"/>
              </p:ext>
            </p:extLst>
          </p:nvPr>
        </p:nvGraphicFramePr>
        <p:xfrm>
          <a:off x="766689" y="1315321"/>
          <a:ext cx="7610622" cy="295885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88123">
                  <a:extLst>
                    <a:ext uri="{9D8B030D-6E8A-4147-A177-3AD203B41FA5}">
                      <a16:colId xmlns:a16="http://schemas.microsoft.com/office/drawing/2014/main" val="4135459183"/>
                    </a:ext>
                  </a:extLst>
                </a:gridCol>
                <a:gridCol w="2356339">
                  <a:extLst>
                    <a:ext uri="{9D8B030D-6E8A-4147-A177-3AD203B41FA5}">
                      <a16:colId xmlns:a16="http://schemas.microsoft.com/office/drawing/2014/main" val="3140822306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3528579396"/>
                    </a:ext>
                  </a:extLst>
                </a:gridCol>
              </a:tblGrid>
              <a:tr h="577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420501"/>
                  </a:ext>
                </a:extLst>
              </a:tr>
              <a:tr h="329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 &amp; audit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 doc, current-state audit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149457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+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pipeline, model v1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632145"/>
                  </a:ext>
                </a:extLst>
              </a:tr>
              <a:tr h="328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PCI/RBI/CERT-In sign-off complete</a:t>
                      </a:r>
                      <a:endParaRPr lang="en-IN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sign-off doc, audit trail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46143"/>
                  </a:ext>
                </a:extLst>
              </a:tr>
              <a:tr h="328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Engine 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 + retry live in shadow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290777"/>
                  </a:ext>
                </a:extLst>
              </a:tr>
              <a:tr h="351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Shadow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Validated vs.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reports, success-rate delta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833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live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Pilot results, go/no-go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3554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Scaled Rollout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Broader onboarding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 handbook, live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97174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09600" y="37029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Dependency Matrix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ECFD25-A75A-CD28-057D-519185E23B1C}"/>
              </a:ext>
            </a:extLst>
          </p:cNvPr>
          <p:cNvGrpSpPr/>
          <p:nvPr/>
        </p:nvGrpSpPr>
        <p:grpSpPr>
          <a:xfrm>
            <a:off x="546294" y="1056833"/>
            <a:ext cx="1528689" cy="3508133"/>
            <a:chOff x="609561" y="806196"/>
            <a:chExt cx="2330984" cy="3150381"/>
          </a:xfrm>
        </p:grpSpPr>
        <p:sp>
          <p:nvSpPr>
            <p:cNvPr id="2" name="Text 0"/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809588" y="1223684"/>
              <a:ext cx="1807004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09587" y="177571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16410" y="2054908"/>
              <a:ext cx="180018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 artifacts (Data Science) API specs (Product)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08D6DB-AFB3-53B6-1697-A0F9312DC90F}"/>
                </a:ext>
              </a:extLst>
            </p:cNvPr>
            <p:cNvSpPr txBox="1"/>
            <p:nvPr/>
          </p:nvSpPr>
          <p:spPr>
            <a:xfrm>
              <a:off x="899270" y="1220658"/>
              <a:ext cx="1738774" cy="25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Engineering</a:t>
              </a:r>
              <a:endParaRPr lang="en-IN" sz="120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A47E69CC-D6D7-FA83-2AD1-449CF81D400F}"/>
                </a:ext>
              </a:extLst>
            </p:cNvPr>
            <p:cNvSpPr/>
            <p:nvPr/>
          </p:nvSpPr>
          <p:spPr>
            <a:xfrm>
              <a:off x="805658" y="3097467"/>
              <a:ext cx="2130957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17E4DABE-B234-9F4D-ED2B-5DEE533B3572}"/>
                </a:ext>
              </a:extLst>
            </p:cNvPr>
            <p:cNvSpPr/>
            <p:nvPr/>
          </p:nvSpPr>
          <p:spPr>
            <a:xfrm>
              <a:off x="812482" y="3329925"/>
              <a:ext cx="1804110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Routing/retry engine, integration endpoints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5F9816C-C940-95FB-E90A-0D0F757D6BFD}"/>
              </a:ext>
            </a:extLst>
          </p:cNvPr>
          <p:cNvGrpSpPr/>
          <p:nvPr/>
        </p:nvGrpSpPr>
        <p:grpSpPr>
          <a:xfrm>
            <a:off x="2153059" y="1053952"/>
            <a:ext cx="1540979" cy="3508133"/>
            <a:chOff x="609561" y="806196"/>
            <a:chExt cx="2330984" cy="3150381"/>
          </a:xfrm>
        </p:grpSpPr>
        <p:sp>
          <p:nvSpPr>
            <p:cNvPr id="49" name="Text 0">
              <a:extLst>
                <a:ext uri="{FF2B5EF4-FFF2-40B4-BE49-F238E27FC236}">
                  <a16:creationId xmlns:a16="http://schemas.microsoft.com/office/drawing/2014/main" id="{8F7F8E55-1C20-287F-A5CE-27CFD4286CB1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0" name="Text 1">
              <a:extLst>
                <a:ext uri="{FF2B5EF4-FFF2-40B4-BE49-F238E27FC236}">
                  <a16:creationId xmlns:a16="http://schemas.microsoft.com/office/drawing/2014/main" id="{C706F20D-DB73-42A5-5C93-4D30053BE7B6}"/>
                </a:ext>
              </a:extLst>
            </p:cNvPr>
            <p:cNvSpPr/>
            <p:nvPr/>
          </p:nvSpPr>
          <p:spPr>
            <a:xfrm>
              <a:off x="809588" y="1223684"/>
              <a:ext cx="1807004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51" name="Text 7">
              <a:extLst>
                <a:ext uri="{FF2B5EF4-FFF2-40B4-BE49-F238E27FC236}">
                  <a16:creationId xmlns:a16="http://schemas.microsoft.com/office/drawing/2014/main" id="{DF1FF81C-3612-3957-65C3-4F71D1806CCC}"/>
                </a:ext>
              </a:extLst>
            </p:cNvPr>
            <p:cNvSpPr/>
            <p:nvPr/>
          </p:nvSpPr>
          <p:spPr>
            <a:xfrm>
              <a:off x="809587" y="177571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57632A15-FA24-6531-3DC5-606AE0979150}"/>
                </a:ext>
              </a:extLst>
            </p:cNvPr>
            <p:cNvSpPr/>
            <p:nvPr/>
          </p:nvSpPr>
          <p:spPr>
            <a:xfrm>
              <a:off x="816410" y="2054908"/>
              <a:ext cx="2089175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Merchant priorities from Sales/Ops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3FD13C-2354-F8D3-856E-BC9625FB694F}"/>
                </a:ext>
              </a:extLst>
            </p:cNvPr>
            <p:cNvSpPr txBox="1"/>
            <p:nvPr/>
          </p:nvSpPr>
          <p:spPr>
            <a:xfrm>
              <a:off x="897714" y="1227693"/>
              <a:ext cx="16047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Product</a:t>
              </a:r>
              <a:endParaRPr lang="en-IN" sz="1200" dirty="0"/>
            </a:p>
          </p:txBody>
        </p:sp>
        <p:sp>
          <p:nvSpPr>
            <p:cNvPr id="54" name="Text 7">
              <a:extLst>
                <a:ext uri="{FF2B5EF4-FFF2-40B4-BE49-F238E27FC236}">
                  <a16:creationId xmlns:a16="http://schemas.microsoft.com/office/drawing/2014/main" id="{C182D9C8-2D3D-2374-C75E-51C0C56AD407}"/>
                </a:ext>
              </a:extLst>
            </p:cNvPr>
            <p:cNvSpPr/>
            <p:nvPr/>
          </p:nvSpPr>
          <p:spPr>
            <a:xfrm>
              <a:off x="805658" y="3085286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55" name="Text 8">
              <a:extLst>
                <a:ext uri="{FF2B5EF4-FFF2-40B4-BE49-F238E27FC236}">
                  <a16:creationId xmlns:a16="http://schemas.microsoft.com/office/drawing/2014/main" id="{4C43F3BE-33B7-63D8-D3A6-17ABD9504529}"/>
                </a:ext>
              </a:extLst>
            </p:cNvPr>
            <p:cNvSpPr/>
            <p:nvPr/>
          </p:nvSpPr>
          <p:spPr>
            <a:xfrm>
              <a:off x="812480" y="3290562"/>
              <a:ext cx="200809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rules (cost vs. success-rate trade-offs), roadmap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C4F70F4-3C3F-12AF-6DBF-0548DD0BD3FE}"/>
              </a:ext>
            </a:extLst>
          </p:cNvPr>
          <p:cNvGrpSpPr/>
          <p:nvPr/>
        </p:nvGrpSpPr>
        <p:grpSpPr>
          <a:xfrm>
            <a:off x="3788646" y="1086380"/>
            <a:ext cx="1652346" cy="3475705"/>
            <a:chOff x="609561" y="806196"/>
            <a:chExt cx="2330984" cy="3150381"/>
          </a:xfrm>
        </p:grpSpPr>
        <p:sp>
          <p:nvSpPr>
            <p:cNvPr id="65" name="Text 0">
              <a:extLst>
                <a:ext uri="{FF2B5EF4-FFF2-40B4-BE49-F238E27FC236}">
                  <a16:creationId xmlns:a16="http://schemas.microsoft.com/office/drawing/2014/main" id="{C0713E1B-8E7D-D3D2-EFBE-A3A725200619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6" name="Text 1">
              <a:extLst>
                <a:ext uri="{FF2B5EF4-FFF2-40B4-BE49-F238E27FC236}">
                  <a16:creationId xmlns:a16="http://schemas.microsoft.com/office/drawing/2014/main" id="{FAD930C6-6E8A-43C9-768A-07163DB6BC5B}"/>
                </a:ext>
              </a:extLst>
            </p:cNvPr>
            <p:cNvSpPr/>
            <p:nvPr/>
          </p:nvSpPr>
          <p:spPr>
            <a:xfrm>
              <a:off x="694212" y="1223684"/>
              <a:ext cx="2040651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67" name="Text 7">
              <a:extLst>
                <a:ext uri="{FF2B5EF4-FFF2-40B4-BE49-F238E27FC236}">
                  <a16:creationId xmlns:a16="http://schemas.microsoft.com/office/drawing/2014/main" id="{F363B8C5-E224-75AD-DF05-1A15AD671E21}"/>
                </a:ext>
              </a:extLst>
            </p:cNvPr>
            <p:cNvSpPr/>
            <p:nvPr/>
          </p:nvSpPr>
          <p:spPr>
            <a:xfrm>
              <a:off x="809587" y="1711962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D6ADB0F7-E30A-A372-5935-5534A4F8C014}"/>
                </a:ext>
              </a:extLst>
            </p:cNvPr>
            <p:cNvSpPr/>
            <p:nvPr/>
          </p:nvSpPr>
          <p:spPr>
            <a:xfrm>
              <a:off x="697495" y="1886484"/>
              <a:ext cx="2123078" cy="469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Decline taxonomy inputs during Discovery. Model outputs during </a:t>
              </a:r>
            </a:p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ongoing fraud-rule tuning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E673860-7506-D626-793E-29166B9C85C9}"/>
                </a:ext>
              </a:extLst>
            </p:cNvPr>
            <p:cNvSpPr txBox="1"/>
            <p:nvPr/>
          </p:nvSpPr>
          <p:spPr>
            <a:xfrm>
              <a:off x="651658" y="1223684"/>
              <a:ext cx="2211011" cy="251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 &amp; compliance</a:t>
              </a:r>
              <a:endParaRPr lang="en-IN" sz="1200" dirty="0"/>
            </a:p>
          </p:txBody>
        </p:sp>
        <p:sp>
          <p:nvSpPr>
            <p:cNvPr id="70" name="Text 7">
              <a:extLst>
                <a:ext uri="{FF2B5EF4-FFF2-40B4-BE49-F238E27FC236}">
                  <a16:creationId xmlns:a16="http://schemas.microsoft.com/office/drawing/2014/main" id="{D9830909-DB73-065D-118C-89A47CB7C25B}"/>
                </a:ext>
              </a:extLst>
            </p:cNvPr>
            <p:cNvSpPr/>
            <p:nvPr/>
          </p:nvSpPr>
          <p:spPr>
            <a:xfrm>
              <a:off x="805658" y="305565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71" name="Text 8">
              <a:extLst>
                <a:ext uri="{FF2B5EF4-FFF2-40B4-BE49-F238E27FC236}">
                  <a16:creationId xmlns:a16="http://schemas.microsoft.com/office/drawing/2014/main" id="{0266BD32-2A4B-28CE-3BD8-7F3435434896}"/>
                </a:ext>
              </a:extLst>
            </p:cNvPr>
            <p:cNvSpPr/>
            <p:nvPr/>
          </p:nvSpPr>
          <p:spPr>
            <a:xfrm>
              <a:off x="812482" y="3271082"/>
              <a:ext cx="1922381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Fraud thresholds, decline taxonomy, compliance sign-off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B6115A-4600-A4FF-E3FC-B0F30516C677}"/>
              </a:ext>
            </a:extLst>
          </p:cNvPr>
          <p:cNvGrpSpPr/>
          <p:nvPr/>
        </p:nvGrpSpPr>
        <p:grpSpPr>
          <a:xfrm>
            <a:off x="5538607" y="1086380"/>
            <a:ext cx="1543796" cy="3475705"/>
            <a:chOff x="609561" y="806196"/>
            <a:chExt cx="2330984" cy="3150381"/>
          </a:xfrm>
        </p:grpSpPr>
        <p:sp>
          <p:nvSpPr>
            <p:cNvPr id="73" name="Text 0">
              <a:extLst>
                <a:ext uri="{FF2B5EF4-FFF2-40B4-BE49-F238E27FC236}">
                  <a16:creationId xmlns:a16="http://schemas.microsoft.com/office/drawing/2014/main" id="{E5B83171-FCF3-9EBF-1E0E-1F7EB4ADBD67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4" name="Text 1">
              <a:extLst>
                <a:ext uri="{FF2B5EF4-FFF2-40B4-BE49-F238E27FC236}">
                  <a16:creationId xmlns:a16="http://schemas.microsoft.com/office/drawing/2014/main" id="{AD260873-D284-5318-BC6D-EE21106582F3}"/>
                </a:ext>
              </a:extLst>
            </p:cNvPr>
            <p:cNvSpPr/>
            <p:nvPr/>
          </p:nvSpPr>
          <p:spPr>
            <a:xfrm>
              <a:off x="696714" y="1223684"/>
              <a:ext cx="2031430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75" name="Text 7">
              <a:extLst>
                <a:ext uri="{FF2B5EF4-FFF2-40B4-BE49-F238E27FC236}">
                  <a16:creationId xmlns:a16="http://schemas.microsoft.com/office/drawing/2014/main" id="{590C15C8-2565-5AD0-4CAD-6ECB5F50CA7C}"/>
                </a:ext>
              </a:extLst>
            </p:cNvPr>
            <p:cNvSpPr/>
            <p:nvPr/>
          </p:nvSpPr>
          <p:spPr>
            <a:xfrm>
              <a:off x="809587" y="168096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76" name="Text 8">
              <a:extLst>
                <a:ext uri="{FF2B5EF4-FFF2-40B4-BE49-F238E27FC236}">
                  <a16:creationId xmlns:a16="http://schemas.microsoft.com/office/drawing/2014/main" id="{E21F8568-E2CF-BE62-345C-976258109A38}"/>
                </a:ext>
              </a:extLst>
            </p:cNvPr>
            <p:cNvSpPr/>
            <p:nvPr/>
          </p:nvSpPr>
          <p:spPr>
            <a:xfrm>
              <a:off x="816410" y="1953841"/>
              <a:ext cx="2089175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Pilot merchant selection, SLA terms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77769BB-DA27-187B-CBAB-00671C7362DF}"/>
                </a:ext>
              </a:extLst>
            </p:cNvPr>
            <p:cNvSpPr txBox="1"/>
            <p:nvPr/>
          </p:nvSpPr>
          <p:spPr>
            <a:xfrm>
              <a:off x="714187" y="1223684"/>
              <a:ext cx="2003149" cy="248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cs typeface="Arial" pitchFamily="34" charset="-120"/>
                </a:rPr>
                <a:t>Merchant / ops</a:t>
              </a:r>
              <a:endParaRPr lang="en-IN" sz="1200" dirty="0"/>
            </a:p>
          </p:txBody>
        </p:sp>
        <p:sp>
          <p:nvSpPr>
            <p:cNvPr id="78" name="Text 7">
              <a:extLst>
                <a:ext uri="{FF2B5EF4-FFF2-40B4-BE49-F238E27FC236}">
                  <a16:creationId xmlns:a16="http://schemas.microsoft.com/office/drawing/2014/main" id="{F535B59C-D312-944B-1893-C4640FB08ABD}"/>
                </a:ext>
              </a:extLst>
            </p:cNvPr>
            <p:cNvSpPr/>
            <p:nvPr/>
          </p:nvSpPr>
          <p:spPr>
            <a:xfrm>
              <a:off x="805658" y="307897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79" name="Text 8">
              <a:extLst>
                <a:ext uri="{FF2B5EF4-FFF2-40B4-BE49-F238E27FC236}">
                  <a16:creationId xmlns:a16="http://schemas.microsoft.com/office/drawing/2014/main" id="{10F79775-7F48-A038-FECE-10190C263CF5}"/>
                </a:ext>
              </a:extLst>
            </p:cNvPr>
            <p:cNvSpPr/>
            <p:nvPr/>
          </p:nvSpPr>
          <p:spPr>
            <a:xfrm>
              <a:off x="812482" y="3269725"/>
              <a:ext cx="191566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Onboarding feedback, real-world performance data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BDEC03-F596-42E5-BD55-EF7BE5489B79}"/>
              </a:ext>
            </a:extLst>
          </p:cNvPr>
          <p:cNvGrpSpPr/>
          <p:nvPr/>
        </p:nvGrpSpPr>
        <p:grpSpPr>
          <a:xfrm>
            <a:off x="7144900" y="1070165"/>
            <a:ext cx="1567301" cy="3475705"/>
            <a:chOff x="609561" y="806196"/>
            <a:chExt cx="2330984" cy="3150381"/>
          </a:xfrm>
        </p:grpSpPr>
        <p:sp>
          <p:nvSpPr>
            <p:cNvPr id="5" name="Text 0">
              <a:extLst>
                <a:ext uri="{FF2B5EF4-FFF2-40B4-BE49-F238E27FC236}">
                  <a16:creationId xmlns:a16="http://schemas.microsoft.com/office/drawing/2014/main" id="{4C403BCE-C794-6C24-2511-65016AEC1437}"/>
                </a:ext>
              </a:extLst>
            </p:cNvPr>
            <p:cNvSpPr/>
            <p:nvPr/>
          </p:nvSpPr>
          <p:spPr>
            <a:xfrm>
              <a:off x="609561" y="806196"/>
              <a:ext cx="2211011" cy="3150381"/>
            </a:xfrm>
            <a:prstGeom prst="roundRect">
              <a:avLst>
                <a:gd name="adj" fmla="val 15947"/>
              </a:avLst>
            </a:prstGeom>
            <a:solidFill>
              <a:srgbClr val="0F172A">
                <a:alpha val="60000"/>
              </a:srgbClr>
            </a:solidFill>
            <a:ln w="9525">
              <a:solidFill>
                <a:srgbClr val="FFFFFF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60ADF453-F6FB-CD26-6070-0A0EE55358AD}"/>
                </a:ext>
              </a:extLst>
            </p:cNvPr>
            <p:cNvSpPr/>
            <p:nvPr/>
          </p:nvSpPr>
          <p:spPr>
            <a:xfrm>
              <a:off x="696714" y="1223684"/>
              <a:ext cx="2031430" cy="234255"/>
            </a:xfrm>
            <a:prstGeom prst="roundRect">
              <a:avLst>
                <a:gd name="adj" fmla="val 780688"/>
              </a:avLst>
            </a:prstGeom>
            <a:solidFill>
              <a:srgbClr val="06B6D4">
                <a:alpha val="15000"/>
              </a:srgbClr>
            </a:solidFill>
            <a:ln w="9525">
              <a:solidFill>
                <a:srgbClr val="06B6D4"/>
              </a:solidFill>
            </a:ln>
          </p:spPr>
          <p:txBody>
            <a:bodyPr wrap="square" lIns="114300" tIns="114300" rIns="114300" bIns="114300" rtlCol="0" anchor="t">
              <a:noAutofit/>
            </a:bodyPr>
            <a:lstStyle/>
            <a:p>
              <a:pPr marL="0" indent="0" algn="l">
                <a:buNone/>
              </a:pPr>
              <a:endParaRPr lang="en-US" sz="1200" dirty="0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32350AF0-7EAE-650C-3DD2-F489251A28F6}"/>
                </a:ext>
              </a:extLst>
            </p:cNvPr>
            <p:cNvSpPr/>
            <p:nvPr/>
          </p:nvSpPr>
          <p:spPr>
            <a:xfrm>
              <a:off x="809587" y="1680969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Depends on:</a:t>
              </a:r>
              <a:endParaRPr lang="en-US" sz="138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ECEE3AF-A5BF-1FCD-1E0D-9EF53D1C05ED}"/>
                </a:ext>
              </a:extLst>
            </p:cNvPr>
            <p:cNvSpPr/>
            <p:nvPr/>
          </p:nvSpPr>
          <p:spPr>
            <a:xfrm>
              <a:off x="742066" y="1953841"/>
              <a:ext cx="2004161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Historical transaction data (Engineering), decline taxonomy (Risk &amp; Compliance)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36E948-6A77-31EE-E5C7-56817EE6D2E6}"/>
                </a:ext>
              </a:extLst>
            </p:cNvPr>
            <p:cNvSpPr txBox="1"/>
            <p:nvPr/>
          </p:nvSpPr>
          <p:spPr>
            <a:xfrm>
              <a:off x="841636" y="1223684"/>
              <a:ext cx="1763453" cy="248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22D3EE"/>
                  </a:solidFill>
                  <a:latin typeface="Arial" pitchFamily="34" charset="0"/>
                  <a:cs typeface="Arial" pitchFamily="34" charset="-120"/>
                </a:rPr>
                <a:t>Data Science</a:t>
              </a:r>
              <a:endParaRPr lang="en-IN" sz="1200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46A35DB2-9C5D-8A92-D8AF-D15A3FE96FF2}"/>
                </a:ext>
              </a:extLst>
            </p:cNvPr>
            <p:cNvSpPr/>
            <p:nvPr/>
          </p:nvSpPr>
          <p:spPr>
            <a:xfrm>
              <a:off x="805658" y="3041070"/>
              <a:ext cx="2130958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242"/>
                </a:lnSpc>
                <a:buNone/>
              </a:pPr>
              <a:r>
                <a:rPr lang="en-US" sz="138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Delivers:</a:t>
              </a:r>
              <a:endParaRPr lang="en-US" sz="138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DBE8C636-E0EC-250C-F66D-337C8CC81745}"/>
                </a:ext>
              </a:extLst>
            </p:cNvPr>
            <p:cNvSpPr/>
            <p:nvPr/>
          </p:nvSpPr>
          <p:spPr>
            <a:xfrm>
              <a:off x="812482" y="3219191"/>
              <a:ext cx="1915662" cy="3899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36"/>
                </a:lnSpc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Success-probability model, risk-scoring model, retraining pipeline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922" y="1356610"/>
            <a:ext cx="1398209" cy="3151766"/>
          </a:xfrm>
          <a:prstGeom prst="roundRect">
            <a:avLst>
              <a:gd name="adj" fmla="val 57344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58022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87875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7730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7582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77434" y="1356610"/>
            <a:ext cx="1290548" cy="3151766"/>
          </a:xfrm>
          <a:prstGeom prst="roundRect">
            <a:avLst>
              <a:gd name="adj" fmla="val 6212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22D3E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Compliance Checkpoints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799" y="1703984"/>
            <a:ext cx="1136456" cy="359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Regulatory (RBI)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5335" y="2206015"/>
            <a:ext cx="1327140" cy="99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RBI Payment Aggregator Master Direction + Cyber Resilience Directions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5335" y="3258460"/>
            <a:ext cx="1327140" cy="93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review built into WBS. CERT-In audit alignment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5284" y="1726426"/>
            <a:ext cx="89602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PCI DSS</a:t>
            </a:r>
          </a:p>
        </p:txBody>
      </p:sp>
      <p:sp>
        <p:nvSpPr>
          <p:cNvPr id="13" name="Text 11"/>
          <p:cNvSpPr/>
          <p:nvPr/>
        </p:nvSpPr>
        <p:spPr>
          <a:xfrm>
            <a:off x="1948375" y="2210582"/>
            <a:ext cx="1200195" cy="79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v4.0.1 is the only active standard in 2026, enforceable since Mar 31,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7440" y="3254895"/>
            <a:ext cx="1200195" cy="11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documented evidence, not annual-only checks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8590" y="1714430"/>
            <a:ext cx="99637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Card Network Penalties</a:t>
            </a:r>
          </a:p>
          <a:p>
            <a:pPr>
              <a:lnSpc>
                <a:spcPts val="1188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215150"/>
            <a:ext cx="1186583" cy="5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Retrying against issuer “do not retry” signals triggers Visa/Mastercard penalty programs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1" y="3292082"/>
            <a:ext cx="1156320" cy="74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soft/hard decline classification, retry caps aligned to network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4503" y="1703984"/>
            <a:ext cx="957067" cy="37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Model Drift</a:t>
            </a:r>
          </a:p>
        </p:txBody>
      </p:sp>
      <p:sp>
        <p:nvSpPr>
          <p:cNvPr id="19" name="Text 17"/>
          <p:cNvSpPr/>
          <p:nvPr/>
        </p:nvSpPr>
        <p:spPr>
          <a:xfrm>
            <a:off x="4624504" y="2222603"/>
            <a:ext cx="1183774" cy="5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degrades as fraud/issuer patterns shift over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4504" y="3303441"/>
            <a:ext cx="1183774" cy="93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Scheduled retraining, drift-monitoring alerts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45341" y="1717996"/>
            <a:ext cx="896023" cy="20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Cold - Start</a:t>
            </a:r>
          </a:p>
        </p:txBody>
      </p:sp>
      <p:sp>
        <p:nvSpPr>
          <p:cNvPr id="22" name="Text 20"/>
          <p:cNvSpPr/>
          <p:nvPr/>
        </p:nvSpPr>
        <p:spPr>
          <a:xfrm>
            <a:off x="5964703" y="2206015"/>
            <a:ext cx="1079272" cy="99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underperforms without sufficient historical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4703" y="3262742"/>
            <a:ext cx="1079272" cy="74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Shadow-mode testing before any live traffic shift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74696" y="1674037"/>
            <a:ext cx="896023" cy="41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cs typeface="Arial" pitchFamily="34" charset="-120"/>
              </a:rPr>
              <a:t>Data Privacy</a:t>
            </a:r>
          </a:p>
        </p:txBody>
      </p:sp>
      <p:sp>
        <p:nvSpPr>
          <p:cNvPr id="25" name="Text 23"/>
          <p:cNvSpPr/>
          <p:nvPr/>
        </p:nvSpPr>
        <p:spPr>
          <a:xfrm>
            <a:off x="7285979" y="2210582"/>
            <a:ext cx="1048546" cy="79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feature pipeline touches card-related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55251" y="3162759"/>
            <a:ext cx="1143161" cy="11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PCI DSS-scoped handling, tokenization, no raw PAN in features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-109526" y="405077"/>
            <a:ext cx="89410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Readiness &amp; SOP Handbook Framework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625" y="2053530"/>
            <a:ext cx="14670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endParaRPr lang="en-US" sz="132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9625" y="2472630"/>
            <a:ext cx="1438275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6"/>
              </a:lnSpc>
              <a:buNone/>
            </a:pPr>
            <a:endParaRPr lang="en-US" sz="96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F66BBC-4ACD-9CFA-09EB-92234357DB8D}"/>
              </a:ext>
            </a:extLst>
          </p:cNvPr>
          <p:cNvGrpSpPr/>
          <p:nvPr/>
        </p:nvGrpSpPr>
        <p:grpSpPr>
          <a:xfrm>
            <a:off x="486048" y="1112189"/>
            <a:ext cx="7718338" cy="505596"/>
            <a:chOff x="609600" y="2937718"/>
            <a:chExt cx="3315286" cy="2010800"/>
          </a:xfrm>
        </p:grpSpPr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4B05D4A9-9D8F-5459-7A4B-AF03F6286399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 20">
              <a:extLst>
                <a:ext uri="{FF2B5EF4-FFF2-40B4-BE49-F238E27FC236}">
                  <a16:creationId xmlns:a16="http://schemas.microsoft.com/office/drawing/2014/main" id="{CEFB684C-B0CB-14B9-261A-E323F83096CF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1) Escalation SOP</a:t>
              </a:r>
            </a:p>
          </p:txBody>
        </p:sp>
        <p:sp>
          <p:nvSpPr>
            <p:cNvPr id="6" name="Text 20">
              <a:extLst>
                <a:ext uri="{FF2B5EF4-FFF2-40B4-BE49-F238E27FC236}">
                  <a16:creationId xmlns:a16="http://schemas.microsoft.com/office/drawing/2014/main" id="{CA184084-6171-9824-D6E8-56AFFF75B085}"/>
                </a:ext>
              </a:extLst>
            </p:cNvPr>
            <p:cNvSpPr/>
            <p:nvPr/>
          </p:nvSpPr>
          <p:spPr>
            <a:xfrm>
              <a:off x="1855576" y="3414157"/>
              <a:ext cx="2001587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Action when a gateway's real-time success rate drops below threshold - auto-reroute + alert Ops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23FB0C-82D3-5FFC-0FC0-A615694B9EBF}"/>
              </a:ext>
            </a:extLst>
          </p:cNvPr>
          <p:cNvGrpSpPr/>
          <p:nvPr/>
        </p:nvGrpSpPr>
        <p:grpSpPr>
          <a:xfrm>
            <a:off x="480782" y="1746403"/>
            <a:ext cx="7718338" cy="505596"/>
            <a:chOff x="609600" y="2937718"/>
            <a:chExt cx="3315286" cy="2010800"/>
          </a:xfrm>
        </p:grpSpPr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E45E60F4-D6DF-8A63-42DF-F6594F59521D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 20">
              <a:extLst>
                <a:ext uri="{FF2B5EF4-FFF2-40B4-BE49-F238E27FC236}">
                  <a16:creationId xmlns:a16="http://schemas.microsoft.com/office/drawing/2014/main" id="{4718BF9E-51B9-B058-FC70-B22A0AA99F6F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2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Manual Override SOP</a:t>
              </a:r>
            </a:p>
          </p:txBody>
        </p:sp>
        <p:sp>
          <p:nvSpPr>
            <p:cNvPr id="14" name="Text 20">
              <a:extLst>
                <a:ext uri="{FF2B5EF4-FFF2-40B4-BE49-F238E27FC236}">
                  <a16:creationId xmlns:a16="http://schemas.microsoft.com/office/drawing/2014/main" id="{55BD0130-3E4C-26F0-F543-AA3FFE8B8093}"/>
                </a:ext>
              </a:extLst>
            </p:cNvPr>
            <p:cNvSpPr/>
            <p:nvPr/>
          </p:nvSpPr>
          <p:spPr>
            <a:xfrm>
              <a:off x="1857838" y="3414157"/>
              <a:ext cx="1999325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How Ops pauses or overrides the ML router if something looks wrong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ED5FFA-8936-3D87-9947-A4FEA461EE19}"/>
              </a:ext>
            </a:extLst>
          </p:cNvPr>
          <p:cNvGrpSpPr/>
          <p:nvPr/>
        </p:nvGrpSpPr>
        <p:grpSpPr>
          <a:xfrm>
            <a:off x="475516" y="2390219"/>
            <a:ext cx="7718337" cy="505596"/>
            <a:chOff x="609600" y="2937718"/>
            <a:chExt cx="3315286" cy="2010800"/>
          </a:xfrm>
        </p:grpSpPr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E7D4BFD8-FBCB-C5DC-8A39-3678EB773D5D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 20">
              <a:extLst>
                <a:ext uri="{FF2B5EF4-FFF2-40B4-BE49-F238E27FC236}">
                  <a16:creationId xmlns:a16="http://schemas.microsoft.com/office/drawing/2014/main" id="{FF207B10-8528-7ECF-1134-89D2AE9CD3D9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3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Merchant Communication SOP</a:t>
              </a:r>
              <a:endParaRPr lang="en-US" sz="1400" dirty="0"/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3DFDF8F9-C870-8E42-5E49-105D03C17693}"/>
                </a:ext>
              </a:extLst>
            </p:cNvPr>
            <p:cNvSpPr/>
            <p:nvPr/>
          </p:nvSpPr>
          <p:spPr>
            <a:xfrm>
              <a:off x="1860100" y="3414157"/>
              <a:ext cx="1994802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How pilot merchants are informed of routing changes and expected impact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D9007D-4DAB-22F5-F7A1-8FCD94E44EB1}"/>
              </a:ext>
            </a:extLst>
          </p:cNvPr>
          <p:cNvGrpSpPr/>
          <p:nvPr/>
        </p:nvGrpSpPr>
        <p:grpSpPr>
          <a:xfrm>
            <a:off x="470250" y="3024433"/>
            <a:ext cx="7718338" cy="505596"/>
            <a:chOff x="609600" y="2937718"/>
            <a:chExt cx="3315286" cy="2010800"/>
          </a:xfrm>
        </p:grpSpPr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F71B9D86-E689-252A-10FD-42A96163BFCA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D2158148-4179-EBBE-331B-214DDDA6767A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4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Monitoring Ownership</a:t>
              </a:r>
              <a:endParaRPr lang="en-US" sz="14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5B4B8376-666F-01F4-823E-6DC9F75507C0}"/>
                </a:ext>
              </a:extLst>
            </p:cNvPr>
            <p:cNvSpPr/>
            <p:nvPr/>
          </p:nvSpPr>
          <p:spPr>
            <a:xfrm>
              <a:off x="1862362" y="3414157"/>
              <a:ext cx="1994802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Who watches the live success-rate dashboard and the escalation chain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93E6A6-06A9-5281-84D1-7640426CF826}"/>
              </a:ext>
            </a:extLst>
          </p:cNvPr>
          <p:cNvGrpSpPr/>
          <p:nvPr/>
        </p:nvGrpSpPr>
        <p:grpSpPr>
          <a:xfrm>
            <a:off x="464984" y="3682429"/>
            <a:ext cx="7718338" cy="505596"/>
            <a:chOff x="609600" y="2937718"/>
            <a:chExt cx="3315286" cy="2010800"/>
          </a:xfrm>
        </p:grpSpPr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CF04A113-5166-F053-26A1-A4CC734E19E8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t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46962E09-A11D-21B8-3FF1-4D05E2B41F8C}"/>
                </a:ext>
              </a:extLst>
            </p:cNvPr>
            <p:cNvSpPr/>
            <p:nvPr/>
          </p:nvSpPr>
          <p:spPr>
            <a:xfrm>
              <a:off x="653937" y="3357705"/>
              <a:ext cx="1391243" cy="128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824"/>
                </a:lnSpc>
              </a:pPr>
              <a:r>
                <a:rPr lang="en-US" sz="1400" b="1" dirty="0">
                  <a:solidFill>
                    <a:prstClr val="white">
                      <a:lumMod val="95000"/>
                    </a:prstClr>
                  </a:solidFill>
                  <a:latin typeface="Calibri" panose="020F0502020204030204"/>
                </a:rPr>
                <a:t>5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 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Rollback Plan</a:t>
              </a:r>
              <a:endParaRPr lang="en-US" sz="14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0A19258A-E03D-7FBB-01D0-2CD18688F808}"/>
                </a:ext>
              </a:extLst>
            </p:cNvPr>
            <p:cNvSpPr/>
            <p:nvPr/>
          </p:nvSpPr>
          <p:spPr>
            <a:xfrm>
              <a:off x="1864623" y="3414157"/>
              <a:ext cx="1992540" cy="12240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Criteria for reverting to the current rule-based router if the pilot underperforms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67D803-F339-A3BA-57BF-9F37A3CF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74E72F57-F485-26DE-638E-74BECFE6436E}"/>
              </a:ext>
            </a:extLst>
          </p:cNvPr>
          <p:cNvSpPr/>
          <p:nvPr/>
        </p:nvSpPr>
        <p:spPr>
          <a:xfrm>
            <a:off x="567396" y="595532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KPI &amp; Success Matrix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68ACD8-4E8A-BAF7-3A3D-90D0DE34FB0C}"/>
              </a:ext>
            </a:extLst>
          </p:cNvPr>
          <p:cNvGrpSpPr/>
          <p:nvPr/>
        </p:nvGrpSpPr>
        <p:grpSpPr>
          <a:xfrm>
            <a:off x="6384396" y="1250797"/>
            <a:ext cx="2021050" cy="1295161"/>
            <a:chOff x="609600" y="1154046"/>
            <a:chExt cx="1866900" cy="1432768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3B8715E8-C798-9520-B085-73A8C961B5DE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BF835EF3-DD19-3FA2-FB6D-D15F060AE895}"/>
                </a:ext>
              </a:extLst>
            </p:cNvPr>
            <p:cNvSpPr/>
            <p:nvPr/>
          </p:nvSpPr>
          <p:spPr>
            <a:xfrm>
              <a:off x="794956" y="1433174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FB718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</a:t>
              </a:r>
              <a:endParaRPr lang="en-US" sz="30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AF23CBC-91B7-7AF8-B98E-F7EF7B9BD18A}"/>
                </a:ext>
              </a:extLst>
            </p:cNvPr>
            <p:cNvSpPr/>
            <p:nvPr/>
          </p:nvSpPr>
          <p:spPr>
            <a:xfrm>
              <a:off x="816617" y="2067227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False decline rate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(post-rollout target: decrease)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E71245-031C-DD38-4807-44975D58AE09}"/>
              </a:ext>
            </a:extLst>
          </p:cNvPr>
          <p:cNvGrpSpPr/>
          <p:nvPr/>
        </p:nvGrpSpPr>
        <p:grpSpPr>
          <a:xfrm>
            <a:off x="752569" y="2933113"/>
            <a:ext cx="7718338" cy="1882685"/>
            <a:chOff x="609600" y="2937718"/>
            <a:chExt cx="3315286" cy="201080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33EB352-39B8-F19E-84D2-E4CBF868A9E7}"/>
                </a:ext>
              </a:extLst>
            </p:cNvPr>
            <p:cNvSpPr/>
            <p:nvPr/>
          </p:nvSpPr>
          <p:spPr>
            <a:xfrm>
              <a:off x="609600" y="2937718"/>
              <a:ext cx="3315286" cy="2010800"/>
            </a:xfrm>
            <a:prstGeom prst="roundRect">
              <a:avLst>
                <a:gd name="adj" fmla="val 15180"/>
              </a:avLst>
            </a:prstGeom>
            <a:solidFill>
              <a:srgbClr val="06B6D4">
                <a:alpha val="8000"/>
              </a:srgbClr>
            </a:solidFill>
            <a:ln w="952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EDDD0B3-E5D3-289A-ADDE-0158A88D9FC9}"/>
                </a:ext>
              </a:extLst>
            </p:cNvPr>
            <p:cNvSpPr/>
            <p:nvPr/>
          </p:nvSpPr>
          <p:spPr>
            <a:xfrm>
              <a:off x="735512" y="3357712"/>
              <a:ext cx="1391243" cy="259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8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Retry recovery rate (soft declines only)</a:t>
              </a:r>
            </a:p>
          </p:txBody>
        </p:sp>
        <p:sp>
          <p:nvSpPr>
            <p:cNvPr id="39" name="Text 20">
              <a:extLst>
                <a:ext uri="{FF2B5EF4-FFF2-40B4-BE49-F238E27FC236}">
                  <a16:creationId xmlns:a16="http://schemas.microsoft.com/office/drawing/2014/main" id="{CAF0BFE5-6117-9C2C-CC86-0CE6902BA52A}"/>
                </a:ext>
              </a:extLst>
            </p:cNvPr>
            <p:cNvSpPr/>
            <p:nvPr/>
          </p:nvSpPr>
          <p:spPr>
            <a:xfrm>
              <a:off x="2158804" y="3414160"/>
              <a:ext cx="1435491" cy="2033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Directional target measured against the pilot baseline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6C2073D-A9C0-3BEA-4E3A-8F139C08E320}"/>
              </a:ext>
            </a:extLst>
          </p:cNvPr>
          <p:cNvGrpSpPr/>
          <p:nvPr/>
        </p:nvGrpSpPr>
        <p:grpSpPr>
          <a:xfrm>
            <a:off x="3618121" y="1283623"/>
            <a:ext cx="2079289" cy="1295161"/>
            <a:chOff x="609600" y="1154046"/>
            <a:chExt cx="1866900" cy="1432768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FC4C7175-90BE-3BA4-E754-1958243B908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749EF265-3517-ABCA-1C0E-EE1986C4D898}"/>
                </a:ext>
              </a:extLst>
            </p:cNvPr>
            <p:cNvSpPr/>
            <p:nvPr/>
          </p:nvSpPr>
          <p:spPr>
            <a:xfrm>
              <a:off x="794956" y="1394268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5-10%</a:t>
              </a:r>
              <a:endParaRPr lang="en-US" sz="30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2DAFA7A5-0862-EDA5-AD01-FD20CF493140}"/>
                </a:ext>
              </a:extLst>
            </p:cNvPr>
            <p:cNvSpPr/>
            <p:nvPr/>
          </p:nvSpPr>
          <p:spPr>
            <a:xfrm>
              <a:off x="807587" y="2019412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Target uplift range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(Phi Commerce's own Smart Router / Phor precedent)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83E935-EB0A-9535-6528-A522F1D0E07F}"/>
              </a:ext>
            </a:extLst>
          </p:cNvPr>
          <p:cNvGrpSpPr/>
          <p:nvPr/>
        </p:nvGrpSpPr>
        <p:grpSpPr>
          <a:xfrm>
            <a:off x="827653" y="1276588"/>
            <a:ext cx="2021050" cy="1295161"/>
            <a:chOff x="609600" y="1154046"/>
            <a:chExt cx="1866900" cy="1432768"/>
          </a:xfrm>
        </p:grpSpPr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9099F16B-410E-4BA4-B38F-B52D638AE862}"/>
                </a:ext>
              </a:extLst>
            </p:cNvPr>
            <p:cNvSpPr/>
            <p:nvPr/>
          </p:nvSpPr>
          <p:spPr>
            <a:xfrm>
              <a:off x="609600" y="1154046"/>
              <a:ext cx="1866900" cy="1432768"/>
            </a:xfrm>
            <a:prstGeom prst="roundRect">
              <a:avLst>
                <a:gd name="adj" fmla="val 11441"/>
              </a:avLst>
            </a:prstGeom>
            <a:solidFill>
              <a:srgbClr val="0F172A">
                <a:alpha val="60000"/>
              </a:srgbClr>
            </a:solidFill>
            <a:ln w="28575">
              <a:solidFill>
                <a:srgbClr val="06B6D4"/>
              </a:solidFill>
            </a:ln>
          </p:spPr>
          <p:txBody>
            <a:bodyPr wrap="none" lIns="0" tIns="0" rIns="0" bIns="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EB204318-1489-9D8F-EE9E-A6A0268CD2D9}"/>
                </a:ext>
              </a:extLst>
            </p:cNvPr>
            <p:cNvSpPr/>
            <p:nvPr/>
          </p:nvSpPr>
          <p:spPr>
            <a:xfrm>
              <a:off x="794956" y="1394268"/>
              <a:ext cx="1496187" cy="4381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3000" b="1" dirty="0">
                  <a:solidFill>
                    <a:srgbClr val="2DD4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95%+</a:t>
              </a:r>
              <a:endParaRPr lang="en-US" sz="30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9CBA183D-B4E2-42C7-DDD6-AF4AEB9ADF34}"/>
                </a:ext>
              </a:extLst>
            </p:cNvPr>
            <p:cNvSpPr/>
            <p:nvPr/>
          </p:nvSpPr>
          <p:spPr>
            <a:xfrm>
              <a:off x="794956" y="2019413"/>
              <a:ext cx="1496187" cy="138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Success-rate benchmark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-120"/>
                </a:rPr>
                <a:t>(baseline 80–85%)</a:t>
              </a:r>
            </a:p>
          </p:txBody>
        </p:sp>
      </p:grpSp>
      <p:sp>
        <p:nvSpPr>
          <p:cNvPr id="16" name="Text 20">
            <a:extLst>
              <a:ext uri="{FF2B5EF4-FFF2-40B4-BE49-F238E27FC236}">
                <a16:creationId xmlns:a16="http://schemas.microsoft.com/office/drawing/2014/main" id="{581B4B22-8C30-05CE-F23B-C0C6AF4B3DCC}"/>
              </a:ext>
            </a:extLst>
          </p:cNvPr>
          <p:cNvSpPr/>
          <p:nvPr/>
        </p:nvSpPr>
        <p:spPr>
          <a:xfrm>
            <a:off x="1035916" y="3738633"/>
            <a:ext cx="3238961" cy="24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Routing decision latency</a:t>
            </a:r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93E4ACC9-922D-501F-08AF-D71E53E86ABF}"/>
              </a:ext>
            </a:extLst>
          </p:cNvPr>
          <p:cNvSpPr/>
          <p:nvPr/>
        </p:nvSpPr>
        <p:spPr>
          <a:xfrm>
            <a:off x="4349494" y="3791484"/>
            <a:ext cx="3341976" cy="19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Must stay imperceptible to checkout UX</a:t>
            </a: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0CB28854-6FC9-6FAA-A02B-E994A52B1F25}"/>
              </a:ext>
            </a:extLst>
          </p:cNvPr>
          <p:cNvSpPr/>
          <p:nvPr/>
        </p:nvSpPr>
        <p:spPr>
          <a:xfrm>
            <a:off x="1031639" y="4199134"/>
            <a:ext cx="3238961" cy="24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Revenue recovered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FA1E6C1-B86D-7566-C1FE-611D22322F94}"/>
              </a:ext>
            </a:extLst>
          </p:cNvPr>
          <p:cNvSpPr/>
          <p:nvPr/>
        </p:nvSpPr>
        <p:spPr>
          <a:xfrm>
            <a:off x="4345216" y="4251985"/>
            <a:ext cx="4002861" cy="175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Tracked directly against pilot merchant's baseline decline-related loss</a:t>
            </a:r>
          </a:p>
        </p:txBody>
      </p:sp>
    </p:spTree>
    <p:extLst>
      <p:ext uri="{BB962C8B-B14F-4D97-AF65-F5344CB8AC3E}">
        <p14:creationId xmlns:p14="http://schemas.microsoft.com/office/powerpoint/2010/main" val="1553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59433" y="604996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Q&amp;A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600" y="1565248"/>
            <a:ext cx="7732542" cy="157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new capability for Phi Commerce - it's the natural next step for Phor: </a:t>
            </a:r>
          </a:p>
          <a:p>
            <a:pPr marL="0" indent="0">
              <a:lnSpc>
                <a:spcPts val="1920"/>
              </a:lnSpc>
              <a:buNone/>
            </a:pPr>
            <a:endParaRPr lang="en-US" sz="14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192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Layering a self-optimizing success-probability model and a compliance-aware retry engine on top of the routing infrastructure that already exists.</a:t>
            </a:r>
            <a:endParaRPr lang="en-US" sz="12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293705D-5E6E-6C85-6C5E-1102F2F93423}"/>
              </a:ext>
            </a:extLst>
          </p:cNvPr>
          <p:cNvSpPr/>
          <p:nvPr/>
        </p:nvSpPr>
        <p:spPr>
          <a:xfrm>
            <a:off x="440787" y="4267285"/>
            <a:ext cx="808329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i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1109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/>
  <dc:creator>Manik</dc:creator>
  <cp:lastModifiedBy>Manik Tangade</cp:lastModifiedBy>
  <cp:revision>12</cp:revision>
  <dcterms:created xsi:type="dcterms:W3CDTF">2026-01-04T11:29:12Z</dcterms:created>
  <dcterms:modified xsi:type="dcterms:W3CDTF">2026-09-01T04:15:08Z</dcterms:modified>
</cp:coreProperties>
</file>